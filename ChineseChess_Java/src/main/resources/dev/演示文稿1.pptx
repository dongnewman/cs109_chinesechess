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D4A17-3A21-D0CA-3CF7-16CE9F0D4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EB5EEE-0043-DD3E-1585-14646A05E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D07ABF-75E5-46D3-5F40-6A6CCF6F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391E0-1F96-8537-0444-1D499A12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7312E0-3A02-89D9-3D83-2F242E7C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66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37B5F-104F-2B2A-9A28-CC96EC4CA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2C19E3-BEC7-6D10-618F-7F3B2E8D1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EBB194-AC88-1583-F9E2-DA546273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0B35F-48BE-34AC-C9FF-062B805B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32942-2E75-4B92-2004-0C3249BB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7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A6018-E5A5-C2D6-7E69-47EAB0797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D7EEA-9C43-29F6-305C-C3D4E894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B2828-A557-65F6-2C20-F01A7DC5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8336E-906C-D6E8-226F-CB9892A4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928E4-AD34-5F97-449F-7FD3EB38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3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8FF4B-D22E-5F3A-4D3B-0DF95382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0D94B4-204A-F371-6FFC-58D75526D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8CA9A6-B804-3FD6-C35E-7E179E3D8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2BC4AA-ED52-67A9-1263-B6E15820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ADFC22-BCF2-1EBC-52B0-F2CD2571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6459C-CE18-F9E5-EF62-6B5B56E9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35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530A8-D020-AAFB-EE7E-27E02D07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28702A-2089-3629-F1DC-FA6D26294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DDEBB9-438C-2BA6-82B0-B8908D9AA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1C56-2AD3-499A-A37A-E723F0DA5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69BBD9-B80B-98C1-57EC-867949FBE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8EF5DC-2B3F-540E-15F2-6B962816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7605C2-D5AF-E767-94BB-0A1325043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90E276-A7CD-FE49-6293-68AA65C2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30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53060-98D5-67E0-7A28-6E02B8BC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F7BF98-4D05-590D-2859-9495C353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B91287-892F-990A-F580-A28CC669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31DA00-F44F-4495-4CA2-E2A1D7DE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89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5D3030-94F9-2360-3D56-FA0B46823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1926DD-F19A-5CC0-3439-86D8AF4A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1957-038C-4C6A-6D29-9D468BD3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44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E976B-6130-C145-9523-5365DF72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9372A-A36C-F2EE-F8A2-38C46837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A5AC57-8FAA-5EF3-BD54-D01AF4FD8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B8829B-9C4F-7478-4FC6-3AAAC2B4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4A285E-B325-057B-16D4-52DBC3AC7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99B2AB-DFC3-4091-3986-E48F40B0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4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6ADF6-8F90-BB06-D254-D29189B69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D74A92-3C3D-9D8A-E947-C745123E4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C45D73-50C2-16A2-2D61-E7182A161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0356A7-4788-0A1C-5840-B1D29FEF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B25106-26F7-2695-9AD7-8F420C31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5825C2-A7BB-E6B3-74FD-A37E4291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16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8EF08-EB3B-525A-3C7A-B374A067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3775FD-9F80-76CF-14EE-979B91A76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71996D-5BD6-C88A-8982-2A10FFA4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A2F4E-1B70-0CFF-EE38-FDF89D1E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D37C4-C47A-811B-9682-D755DB44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98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86EA7D-5F6F-6A29-E202-BBABF1C72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A814BC-5A9A-F2DE-CEDF-B696737F4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05992-07B5-246C-9F5C-FBD39B8F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562C0-0988-FE22-F168-4625D2F2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7EBE8-61C6-12A6-2E0B-214D99E8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36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A1EEEC-ABBB-4E29-4FF7-CD9592BB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286DA0-AE90-B035-2C0B-E8C14231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A69EF-DB7F-B5F2-E149-4BFA22C59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6D05C-9A24-4130-9267-AE09E49CB46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3B30A-437A-725D-9425-85A63AC2D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2426D2-668C-46CA-F22E-72741EABD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0653B-08F0-4649-89D4-B3BC3FCB75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0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hdphoto" Target="../media/hdphoto2.wdp"/><Relationship Id="rId5" Type="http://schemas.microsoft.com/office/2007/relationships/hdphoto" Target="../media/hdphoto3.wdp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55B4F47C-B686-11C4-CFB8-653CF7043420}"/>
              </a:ext>
            </a:extLst>
          </p:cNvPr>
          <p:cNvGrpSpPr/>
          <p:nvPr/>
        </p:nvGrpSpPr>
        <p:grpSpPr>
          <a:xfrm>
            <a:off x="724103" y="4531099"/>
            <a:ext cx="10558790" cy="1807620"/>
            <a:chOff x="724103" y="4531099"/>
            <a:chExt cx="10558790" cy="180762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927F2AC-2689-E990-DA29-9407ACE3EB34}"/>
                </a:ext>
              </a:extLst>
            </p:cNvPr>
            <p:cNvGrpSpPr/>
            <p:nvPr/>
          </p:nvGrpSpPr>
          <p:grpSpPr>
            <a:xfrm>
              <a:off x="724103" y="4531099"/>
              <a:ext cx="10558790" cy="1807620"/>
              <a:chOff x="724103" y="4531099"/>
              <a:chExt cx="10558790" cy="1807620"/>
            </a:xfrm>
          </p:grpSpPr>
          <p:pic>
            <p:nvPicPr>
              <p:cNvPr id="11" name="图片 10" descr="文本, 白板&#10;&#10;AI 生成的内容可能不正确。">
                <a:extLst>
                  <a:ext uri="{FF2B5EF4-FFF2-40B4-BE49-F238E27FC236}">
                    <a16:creationId xmlns:a16="http://schemas.microsoft.com/office/drawing/2014/main" id="{68EFBE37-1E30-21C4-6298-5C4DF3316F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15" t="18054" r="67005" b="18730"/>
              <a:stretch>
                <a:fillRect/>
              </a:stretch>
            </p:blipFill>
            <p:spPr>
              <a:xfrm>
                <a:off x="724103" y="4531099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12" name="图片 11" descr="文本, 白板&#10;&#10;AI 生成的内容可能不正确。">
                <a:extLst>
                  <a:ext uri="{FF2B5EF4-FFF2-40B4-BE49-F238E27FC236}">
                    <a16:creationId xmlns:a16="http://schemas.microsoft.com/office/drawing/2014/main" id="{4D9CE81C-A80A-B2D3-D17E-0517F5BAE2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509" t="18054" r="11312" b="18730"/>
              <a:stretch>
                <a:fillRect/>
              </a:stretch>
            </p:blipFill>
            <p:spPr>
              <a:xfrm>
                <a:off x="10210800" y="4537540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13" name="图片 12" descr="文本, 白板&#10;&#10;AI 生成的内容可能不正确。">
                <a:extLst>
                  <a:ext uri="{FF2B5EF4-FFF2-40B4-BE49-F238E27FC236}">
                    <a16:creationId xmlns:a16="http://schemas.microsoft.com/office/drawing/2014/main" id="{6625E906-0774-10FC-208C-229C97BC2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1790700" y="4537540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4" name="图片 13" descr="文本, 白板&#10;&#10;AI 生成的内容可能不正确。">
                <a:extLst>
                  <a:ext uri="{FF2B5EF4-FFF2-40B4-BE49-F238E27FC236}">
                    <a16:creationId xmlns:a16="http://schemas.microsoft.com/office/drawing/2014/main" id="{485EA137-D757-DF11-6F8C-2874A10257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347472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5" name="图片 14" descr="文本, 白板&#10;&#10;AI 生成的内容可能不正确。">
                <a:extLst>
                  <a:ext uri="{FF2B5EF4-FFF2-40B4-BE49-F238E27FC236}">
                    <a16:creationId xmlns:a16="http://schemas.microsoft.com/office/drawing/2014/main" id="{CF4F24C1-F144-09FC-5173-102001C2C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515874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6" name="图片 15" descr="文本, 白板&#10;&#10;AI 生成的内容可能不正确。">
                <a:extLst>
                  <a:ext uri="{FF2B5EF4-FFF2-40B4-BE49-F238E27FC236}">
                    <a16:creationId xmlns:a16="http://schemas.microsoft.com/office/drawing/2014/main" id="{662E8324-0D7A-040C-331F-4B0596E12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684276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8" name="图片 17" descr="文本, 白板&#10;&#10;AI 生成的内容可能不正确。">
                <a:extLst>
                  <a:ext uri="{FF2B5EF4-FFF2-40B4-BE49-F238E27FC236}">
                    <a16:creationId xmlns:a16="http://schemas.microsoft.com/office/drawing/2014/main" id="{C1FA7CBD-C843-4402-629F-30B8EA091C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8526780" y="4537540"/>
                <a:ext cx="1684020" cy="1800000"/>
              </a:xfrm>
              <a:prstGeom prst="rect">
                <a:avLst/>
              </a:prstGeom>
            </p:spPr>
          </p:pic>
        </p:grpSp>
        <p:pic>
          <p:nvPicPr>
            <p:cNvPr id="5" name="图片 4" descr="在沙滩上&#10;&#10;AI 生成的内容可能不正确。">
              <a:extLst>
                <a:ext uri="{FF2B5EF4-FFF2-40B4-BE49-F238E27FC236}">
                  <a16:creationId xmlns:a16="http://schemas.microsoft.com/office/drawing/2014/main" id="{E7B988EB-FA3F-DD85-6D70-D631FFDD7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22" t="39546" r="66066" b="49297"/>
            <a:stretch>
              <a:fillRect/>
            </a:stretch>
          </p:blipFill>
          <p:spPr>
            <a:xfrm>
              <a:off x="2595768" y="4884155"/>
              <a:ext cx="1172801" cy="1106769"/>
            </a:xfrm>
            <a:prstGeom prst="rect">
              <a:avLst/>
            </a:prstGeom>
          </p:spPr>
        </p:pic>
        <p:pic>
          <p:nvPicPr>
            <p:cNvPr id="6" name="图片 5" descr="在沙滩上&#10;&#10;AI 生成的内容可能不正确。">
              <a:extLst>
                <a:ext uri="{FF2B5EF4-FFF2-40B4-BE49-F238E27FC236}">
                  <a16:creationId xmlns:a16="http://schemas.microsoft.com/office/drawing/2014/main" id="{A7212D86-2A5F-3415-A887-D737535FD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01" t="39546" r="49274" b="49297"/>
            <a:stretch>
              <a:fillRect/>
            </a:stretch>
          </p:blipFill>
          <p:spPr>
            <a:xfrm>
              <a:off x="4694859" y="4884155"/>
              <a:ext cx="916769" cy="1106769"/>
            </a:xfrm>
            <a:prstGeom prst="rect">
              <a:avLst/>
            </a:prstGeom>
          </p:spPr>
        </p:pic>
        <p:pic>
          <p:nvPicPr>
            <p:cNvPr id="7" name="图片 6" descr="在沙滩上&#10;&#10;AI 生成的内容可能不正确。">
              <a:extLst>
                <a:ext uri="{FF2B5EF4-FFF2-40B4-BE49-F238E27FC236}">
                  <a16:creationId xmlns:a16="http://schemas.microsoft.com/office/drawing/2014/main" id="{FA649F1F-7B31-3CF2-71BE-240DCD91E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26" t="39546" r="32849" b="49297"/>
            <a:stretch>
              <a:fillRect/>
            </a:stretch>
          </p:blipFill>
          <p:spPr>
            <a:xfrm>
              <a:off x="6550358" y="4877714"/>
              <a:ext cx="916769" cy="1106769"/>
            </a:xfrm>
            <a:prstGeom prst="rect">
              <a:avLst/>
            </a:prstGeom>
          </p:spPr>
        </p:pic>
        <p:pic>
          <p:nvPicPr>
            <p:cNvPr id="8" name="图片 7" descr="在沙滩上&#10;&#10;AI 生成的内容可能不正确。">
              <a:extLst>
                <a:ext uri="{FF2B5EF4-FFF2-40B4-BE49-F238E27FC236}">
                  <a16:creationId xmlns:a16="http://schemas.microsoft.com/office/drawing/2014/main" id="{E12B74AF-F590-E056-A183-42F6D2FE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18" t="39546" r="11470" b="49297"/>
            <a:stretch>
              <a:fillRect/>
            </a:stretch>
          </p:blipFill>
          <p:spPr>
            <a:xfrm>
              <a:off x="8412077" y="4884838"/>
              <a:ext cx="1172801" cy="1106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880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文本, 白板&#10;&#10;AI 生成的内容可能不正确。">
            <a:extLst>
              <a:ext uri="{FF2B5EF4-FFF2-40B4-BE49-F238E27FC236}">
                <a16:creationId xmlns:a16="http://schemas.microsoft.com/office/drawing/2014/main" id="{01BEAD32-FBCE-14F6-8559-836DD4B4C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1250" y1="22917" x2="71250" y2="22917"/>
                        <a14:foregroundMark x1="85469" y1="77222" x2="85469" y2="77222"/>
                        <a14:foregroundMark x1="83828" y1="77222" x2="83828" y2="77222"/>
                        <a14:foregroundMark x1="84453" y1="77083" x2="84453" y2="77083"/>
                        <a14:foregroundMark x1="86719" y1="77083" x2="86719" y2="77083"/>
                        <a14:foregroundMark x1="82813" y1="76250" x2="82813" y2="76250"/>
                        <a14:foregroundMark x1="81172" y1="79583" x2="81172" y2="79583"/>
                        <a14:foregroundMark x1="77891" y1="80694" x2="77891" y2="80694"/>
                        <a14:foregroundMark x1="80234" y1="80694" x2="80234" y2="80694"/>
                        <a14:foregroundMark x1="78906" y1="80694" x2="78906" y2="80694"/>
                        <a14:foregroundMark x1="76406" y1="80694" x2="76406" y2="80694"/>
                        <a14:foregroundMark x1="74609" y1="80694" x2="74609" y2="80694"/>
                        <a14:foregroundMark x1="72813" y1="79583" x2="72813" y2="79583"/>
                        <a14:foregroundMark x1="72813" y1="79583" x2="72813" y2="79583"/>
                        <a14:foregroundMark x1="73438" y1="80833" x2="73438" y2="80833"/>
                        <a14:foregroundMark x1="72734" y1="77778" x2="72734" y2="77778"/>
                        <a14:foregroundMark x1="72891" y1="76528" x2="72891" y2="76528"/>
                        <a14:foregroundMark x1="28906" y1="75694" x2="28906" y2="75694"/>
                        <a14:foregroundMark x1="37813" y1="75694" x2="37813" y2="75694"/>
                        <a14:foregroundMark x1="38438" y1="75694" x2="38438" y2="75694"/>
                        <a14:foregroundMark x1="42734" y1="75972" x2="42734" y2="75972"/>
                        <a14:foregroundMark x1="45781" y1="75833" x2="45781" y2="75833"/>
                        <a14:foregroundMark x1="62813" y1="76111" x2="62813" y2="76111"/>
                        <a14:foregroundMark x1="66250" y1="75694" x2="66250" y2="75694"/>
                        <a14:foregroundMark x1="68359" y1="75694" x2="68359" y2="75694"/>
                        <a14:foregroundMark x1="70391" y1="75833" x2="70391" y2="75833"/>
                        <a14:foregroundMark x1="64375" y1="75417" x2="64375" y2="75417"/>
                        <a14:foregroundMark x1="60547" y1="75833" x2="60547" y2="75833"/>
                        <a14:foregroundMark x1="57734" y1="75833" x2="57734" y2="75833"/>
                        <a14:foregroundMark x1="55156" y1="75417" x2="55156" y2="75417"/>
                        <a14:foregroundMark x1="52578" y1="75417" x2="52578" y2="75417"/>
                        <a14:foregroundMark x1="50938" y1="75694" x2="50938" y2="75694"/>
                        <a14:foregroundMark x1="48750" y1="75833" x2="48750" y2="75833"/>
                        <a14:foregroundMark x1="40703" y1="75833" x2="40703" y2="75833"/>
                        <a14:foregroundMark x1="35625" y1="75417" x2="35625" y2="75417"/>
                        <a14:foregroundMark x1="32969" y1="75417" x2="32969" y2="75417"/>
                        <a14:foregroundMark x1="69844" y1="23333" x2="69844" y2="23333"/>
                        <a14:foregroundMark x1="27109" y1="80972" x2="27109" y2="80972"/>
                        <a14:foregroundMark x1="25625" y1="80972" x2="25625" y2="80972"/>
                        <a14:foregroundMark x1="23594" y1="80833" x2="23594" y2="80833"/>
                        <a14:foregroundMark x1="21563" y1="80556" x2="21563" y2="80556"/>
                        <a14:foregroundMark x1="22578" y1="80833" x2="22578" y2="80833"/>
                        <a14:foregroundMark x1="20938" y1="80694" x2="20938" y2="80694"/>
                        <a14:foregroundMark x1="19766" y1="79722" x2="19766" y2="79722"/>
                        <a14:foregroundMark x1="19063" y1="77361" x2="19063" y2="77361"/>
                        <a14:foregroundMark x1="17109" y1="76944" x2="17109" y2="76944"/>
                        <a14:foregroundMark x1="15234" y1="77500" x2="15234" y2="77500"/>
                        <a14:foregroundMark x1="12422" y1="67917" x2="12422" y2="67917"/>
                        <a14:foregroundMark x1="12266" y1="70139" x2="12266" y2="70139"/>
                        <a14:foregroundMark x1="12188" y1="58889" x2="12188" y2="58889"/>
                        <a14:foregroundMark x1="12266" y1="61250" x2="12266" y2="61250"/>
                        <a14:foregroundMark x1="12500" y1="44306" x2="12500" y2="44306"/>
                        <a14:foregroundMark x1="12656" y1="36667" x2="12656" y2="36667"/>
                        <a14:foregroundMark x1="12422" y1="28750" x2="12422" y2="28750"/>
                        <a14:foregroundMark x1="13203" y1="22361" x2="13203" y2="22361"/>
                        <a14:foregroundMark x1="13438" y1="73611" x2="13438" y2="73611"/>
                        <a14:foregroundMark x1="88125" y1="72778" x2="88125" y2="72778"/>
                        <a14:foregroundMark x1="88125" y1="72083" x2="88125" y2="72083"/>
                        <a14:foregroundMark x1="88047" y1="73056" x2="88047" y2="73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815" t="18054" r="11312" b="18730"/>
          <a:stretch>
            <a:fillRect/>
          </a:stretch>
        </p:blipFill>
        <p:spPr>
          <a:xfrm>
            <a:off x="434543" y="651340"/>
            <a:ext cx="10800000" cy="4995773"/>
          </a:xfrm>
          <a:prstGeom prst="rect">
            <a:avLst/>
          </a:prstGeom>
        </p:spPr>
      </p:pic>
      <p:pic>
        <p:nvPicPr>
          <p:cNvPr id="7" name="图片 6" descr="在沙滩上&#10;&#10;AI 生成的内容可能不正确。">
            <a:extLst>
              <a:ext uri="{FF2B5EF4-FFF2-40B4-BE49-F238E27FC236}">
                <a16:creationId xmlns:a16="http://schemas.microsoft.com/office/drawing/2014/main" id="{131A7130-CF90-089F-C7A4-C0FBC817A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147" b="51919" l="10000" r="90000">
                        <a14:foregroundMark x1="23403" y1="41172" x2="23403" y2="41172"/>
                        <a14:foregroundMark x1="24049" y1="41818" x2="24049" y2="41818"/>
                        <a14:foregroundMark x1="20962" y1="45455" x2="20962" y2="45455"/>
                        <a14:foregroundMark x1="20962" y1="45455" x2="20962" y2="45455"/>
                        <a14:foregroundMark x1="25628" y1="46343" x2="25628" y2="46343"/>
                        <a14:foregroundMark x1="25844" y1="46424" x2="25844" y2="46424"/>
                        <a14:foregroundMark x1="38263" y1="44727" x2="38263" y2="44970"/>
                        <a14:foregroundMark x1="36971" y1="43636" x2="36971" y2="43636"/>
                        <a14:foregroundMark x1="36971" y1="43636" x2="36971" y2="43636"/>
                        <a14:foregroundMark x1="43862" y1="44525" x2="43862" y2="44525"/>
                        <a14:foregroundMark x1="43862" y1="44525" x2="43862" y2="44525"/>
                        <a14:foregroundMark x1="47452" y1="46990" x2="47452" y2="46990"/>
                        <a14:foregroundMark x1="47452" y1="46990" x2="47452" y2="46990"/>
                        <a14:foregroundMark x1="51902" y1="47798" x2="51902" y2="47798"/>
                        <a14:foregroundMark x1="51902" y1="47798" x2="51902" y2="47798"/>
                        <a14:foregroundMark x1="51759" y1="44606" x2="51759" y2="44606"/>
                        <a14:foregroundMark x1="51759" y1="44606" x2="51759" y2="44606"/>
                        <a14:foregroundMark x1="54056" y1="41899" x2="54056" y2="41899"/>
                        <a14:foregroundMark x1="54056" y1="41899" x2="54056" y2="41899"/>
                        <a14:foregroundMark x1="57430" y1="43717" x2="57430" y2="43717"/>
                        <a14:foregroundMark x1="57430" y1="43717" x2="57430" y2="43717"/>
                        <a14:foregroundMark x1="58076" y1="42263" x2="58076" y2="42263"/>
                        <a14:foregroundMark x1="58076" y1="42263" x2="58076" y2="42263"/>
                        <a14:foregroundMark x1="26633" y1="43434" x2="26633" y2="43434"/>
                        <a14:foregroundMark x1="26633" y1="43434" x2="26633" y2="43434"/>
                        <a14:foregroundMark x1="25628" y1="41535" x2="25628" y2="41535"/>
                        <a14:foregroundMark x1="25628" y1="41535" x2="25628" y2="41535"/>
                        <a14:foregroundMark x1="21464" y1="44444" x2="21464" y2="44444"/>
                        <a14:foregroundMark x1="21464" y1="44444" x2="21464" y2="44444"/>
                        <a14:foregroundMark x1="19885" y1="43798" x2="19885" y2="43798"/>
                        <a14:foregroundMark x1="19885" y1="43798" x2="19885" y2="43798"/>
                        <a14:foregroundMark x1="81479" y1="41576" x2="81479" y2="41576"/>
                        <a14:foregroundMark x1="81479" y1="41576" x2="81479" y2="41576"/>
                        <a14:foregroundMark x1="81479" y1="41576" x2="81479" y2="41576"/>
                        <a14:backgroundMark x1="37401" y1="45535" x2="37401" y2="455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7551" b="46485"/>
          <a:stretch>
            <a:fillRect/>
          </a:stretch>
        </p:blipFill>
        <p:spPr>
          <a:xfrm>
            <a:off x="2542793" y="1352972"/>
            <a:ext cx="4748217" cy="1347214"/>
          </a:xfrm>
          <a:prstGeom prst="rect">
            <a:avLst/>
          </a:prstGeom>
        </p:spPr>
      </p:pic>
      <p:pic>
        <p:nvPicPr>
          <p:cNvPr id="3" name="图片 2" descr="巧克力蛋糕&#10;&#10;AI 生成的内容可能不正确。">
            <a:extLst>
              <a:ext uri="{FF2B5EF4-FFF2-40B4-BE49-F238E27FC236}">
                <a16:creationId xmlns:a16="http://schemas.microsoft.com/office/drawing/2014/main" id="{3050A3B3-A165-DC69-0FE9-AC47454129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0440" b="49927" l="18099" r="82227">
                        <a14:foregroundMark x1="21940" y1="42821" x2="21940" y2="42821"/>
                        <a14:foregroundMark x1="39714" y1="44176" x2="39714" y2="44176"/>
                        <a14:foregroundMark x1="56641" y1="43443" x2="56641" y2="43443"/>
                        <a14:foregroundMark x1="57227" y1="43553" x2="57227" y2="43553"/>
                        <a14:foregroundMark x1="59375" y1="45165" x2="59375" y2="45165"/>
                        <a14:foregroundMark x1="62435" y1="42454" x2="62435" y2="42454"/>
                        <a14:foregroundMark x1="63672" y1="44542" x2="63672" y2="44542"/>
                        <a14:foregroundMark x1="63411" y1="48242" x2="63411" y2="48242"/>
                        <a14:foregroundMark x1="72591" y1="45275" x2="72591" y2="45275"/>
                        <a14:foregroundMark x1="77734" y1="43883" x2="77734" y2="43883"/>
                        <a14:foregroundMark x1="81445" y1="41465" x2="81445" y2="41465"/>
                        <a14:foregroundMark x1="82227" y1="48425" x2="82227" y2="48425"/>
                        <a14:foregroundMark x1="20182" y1="46886" x2="20182" y2="46886"/>
                        <a14:foregroundMark x1="54362" y1="41648" x2="54362" y2="41648"/>
                        <a14:foregroundMark x1="58529" y1="41538" x2="58529" y2="41538"/>
                        <a14:foregroundMark x1="62435" y1="41648" x2="62435" y2="41648"/>
                        <a14:foregroundMark x1="52409" y1="44725" x2="52409" y2="44725"/>
                        <a14:foregroundMark x1="53060" y1="47363" x2="53060" y2="47363"/>
                        <a14:foregroundMark x1="18099" y1="43077" x2="18099" y2="43077"/>
                        <a14:foregroundMark x1="18424" y1="44542" x2="18424" y2="44542"/>
                        <a14:foregroundMark x1="18424" y1="47363" x2="18424" y2="473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44" t="39275" r="12116" b="48843"/>
          <a:stretch>
            <a:fillRect/>
          </a:stretch>
        </p:blipFill>
        <p:spPr>
          <a:xfrm>
            <a:off x="5937805" y="2334352"/>
            <a:ext cx="2880050" cy="814874"/>
          </a:xfrm>
          <a:prstGeom prst="rect">
            <a:avLst/>
          </a:prstGeom>
        </p:spPr>
      </p:pic>
      <p:pic>
        <p:nvPicPr>
          <p:cNvPr id="17" name="图片 16" descr="文本, 信件&#10;&#10;AI 生成的内容可能不正确。">
            <a:extLst>
              <a:ext uri="{FF2B5EF4-FFF2-40B4-BE49-F238E27FC236}">
                <a16:creationId xmlns:a16="http://schemas.microsoft.com/office/drawing/2014/main" id="{218E6F0A-4AAE-5160-5748-2F9ED6D6DD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549" b="50440" l="19401" r="83464">
                        <a14:foregroundMark x1="19466" y1="46923" x2="19466" y2="46923"/>
                        <a14:foregroundMark x1="24870" y1="42454" x2="24870" y2="42454"/>
                        <a14:foregroundMark x1="32552" y1="47326" x2="32552" y2="47326"/>
                        <a14:foregroundMark x1="33268" y1="47253" x2="33268" y2="47253"/>
                        <a14:foregroundMark x1="38542" y1="43553" x2="38542" y2="43553"/>
                        <a14:foregroundMark x1="41797" y1="46044" x2="41797" y2="46044"/>
                        <a14:foregroundMark x1="45964" y1="42821" x2="45964" y2="42821"/>
                        <a14:foregroundMark x1="49479" y1="46264" x2="49479" y2="46264"/>
                        <a14:foregroundMark x1="55339" y1="46264" x2="55339" y2="46264"/>
                        <a14:foregroundMark x1="53451" y1="47326" x2="53451" y2="47326"/>
                        <a14:foregroundMark x1="55599" y1="43297" x2="55599" y2="43297"/>
                        <a14:foregroundMark x1="60286" y1="44176" x2="60286" y2="44176"/>
                        <a14:foregroundMark x1="61133" y1="45971" x2="61133" y2="45971"/>
                        <a14:foregroundMark x1="64128" y1="45971" x2="64128" y2="45971"/>
                        <a14:foregroundMark x1="64128" y1="49560" x2="64128" y2="49560"/>
                        <a14:foregroundMark x1="72070" y1="44212" x2="72070" y2="44212"/>
                        <a14:foregroundMark x1="79362" y1="43773" x2="79362" y2="43773"/>
                        <a14:foregroundMark x1="83464" y1="48608" x2="83464" y2="48608"/>
                        <a14:foregroundMark x1="82487" y1="41648" x2="82487" y2="41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600" t="39365" r="12116" b="48299"/>
          <a:stretch>
            <a:fillRect/>
          </a:stretch>
        </p:blipFill>
        <p:spPr>
          <a:xfrm>
            <a:off x="2088969" y="2994642"/>
            <a:ext cx="3848836" cy="1135964"/>
          </a:xfrm>
          <a:prstGeom prst="rect">
            <a:avLst/>
          </a:prstGeom>
        </p:spPr>
      </p:pic>
      <p:pic>
        <p:nvPicPr>
          <p:cNvPr id="2" name="图片 1" descr="在沙滩上&#10;&#10;AI 生成的内容可能不正确。">
            <a:extLst>
              <a:ext uri="{FF2B5EF4-FFF2-40B4-BE49-F238E27FC236}">
                <a16:creationId xmlns:a16="http://schemas.microsoft.com/office/drawing/2014/main" id="{E57590E4-DB04-1A70-2923-D151D83DDB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40440" b="49524" l="16862" r="82747">
                        <a14:foregroundMark x1="19596" y1="44945" x2="19596" y2="44945"/>
                        <a14:foregroundMark x1="16992" y1="44872" x2="16992" y2="44872"/>
                        <a14:foregroundMark x1="21029" y1="41868" x2="21029" y2="41868"/>
                        <a14:foregroundMark x1="26172" y1="40476" x2="26172" y2="40476"/>
                        <a14:foregroundMark x1="27148" y1="45201" x2="27148" y2="45201"/>
                        <a14:foregroundMark x1="26172" y1="47326" x2="26172" y2="47326"/>
                        <a14:foregroundMark x1="25065" y1="48278" x2="25065" y2="48278"/>
                        <a14:foregroundMark x1="31185" y1="48278" x2="31185" y2="48278"/>
                        <a14:foregroundMark x1="36654" y1="47436" x2="36654" y2="47436"/>
                        <a14:foregroundMark x1="46224" y1="45128" x2="46224" y2="45128"/>
                        <a14:foregroundMark x1="48893" y1="47582" x2="48893" y2="47582"/>
                        <a14:foregroundMark x1="46875" y1="43114" x2="46875" y2="43114"/>
                        <a14:foregroundMark x1="41536" y1="41245" x2="41536" y2="41245"/>
                        <a14:foregroundMark x1="54362" y1="41685" x2="54362" y2="41685"/>
                        <a14:foregroundMark x1="52539" y1="44432" x2="52539" y2="44432"/>
                        <a14:foregroundMark x1="53125" y1="47326" x2="53125" y2="47582"/>
                        <a14:foregroundMark x1="56706" y1="43700" x2="56706" y2="43700"/>
                        <a14:foregroundMark x1="71615" y1="46557" x2="71615" y2="46557"/>
                        <a14:foregroundMark x1="78516" y1="44066" x2="78516" y2="44066"/>
                        <a14:foregroundMark x1="79753" y1="47070" x2="79753" y2="47070"/>
                        <a14:foregroundMark x1="82747" y1="48571" x2="82747" y2="48571"/>
                        <a14:foregroundMark x1="81771" y1="41429" x2="81771" y2="41429"/>
                        <a14:foregroundMark x1="58138" y1="41502" x2="58138" y2="41502"/>
                        <a14:backgroundMark x1="39193" y1="44505" x2="39193" y2="44505"/>
                        <a14:backgroundMark x1="42448" y1="45201" x2="42448" y2="452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922" t="39546" r="11470" b="49297"/>
          <a:stretch>
            <a:fillRect/>
          </a:stretch>
        </p:blipFill>
        <p:spPr>
          <a:xfrm>
            <a:off x="6029053" y="3681566"/>
            <a:ext cx="4220122" cy="11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15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卡通人物&#10;&#10;AI 生成的内容可能不正确。">
            <a:extLst>
              <a:ext uri="{FF2B5EF4-FFF2-40B4-BE49-F238E27FC236}">
                <a16:creationId xmlns:a16="http://schemas.microsoft.com/office/drawing/2014/main" id="{A2F8D066-B692-F469-4395-D94320A05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9" y="347146"/>
            <a:ext cx="10560037" cy="1809421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AC59770-83F4-AC9B-71AA-C182D472984D}"/>
              </a:ext>
            </a:extLst>
          </p:cNvPr>
          <p:cNvGrpSpPr/>
          <p:nvPr/>
        </p:nvGrpSpPr>
        <p:grpSpPr>
          <a:xfrm>
            <a:off x="623149" y="2525190"/>
            <a:ext cx="10558790" cy="1807620"/>
            <a:chOff x="724103" y="4531099"/>
            <a:chExt cx="10558790" cy="180762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5181B19-C5B5-5CCE-4CCE-7F8E69C2239B}"/>
                </a:ext>
              </a:extLst>
            </p:cNvPr>
            <p:cNvGrpSpPr/>
            <p:nvPr/>
          </p:nvGrpSpPr>
          <p:grpSpPr>
            <a:xfrm>
              <a:off x="724103" y="4531099"/>
              <a:ext cx="10558790" cy="1807620"/>
              <a:chOff x="724103" y="4531099"/>
              <a:chExt cx="10558790" cy="1807620"/>
            </a:xfrm>
          </p:grpSpPr>
          <p:pic>
            <p:nvPicPr>
              <p:cNvPr id="10" name="图片 9" descr="文本, 白板&#10;&#10;AI 生成的内容可能不正确。">
                <a:extLst>
                  <a:ext uri="{FF2B5EF4-FFF2-40B4-BE49-F238E27FC236}">
                    <a16:creationId xmlns:a16="http://schemas.microsoft.com/office/drawing/2014/main" id="{CF6BAF3F-C98A-C5C2-AC2E-C2D5C7ED0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15" t="18054" r="67005" b="18730"/>
              <a:stretch>
                <a:fillRect/>
              </a:stretch>
            </p:blipFill>
            <p:spPr>
              <a:xfrm>
                <a:off x="724103" y="4531099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11" name="图片 10" descr="文本, 白板&#10;&#10;AI 生成的内容可能不正确。">
                <a:extLst>
                  <a:ext uri="{FF2B5EF4-FFF2-40B4-BE49-F238E27FC236}">
                    <a16:creationId xmlns:a16="http://schemas.microsoft.com/office/drawing/2014/main" id="{8CE4BD4E-FF51-2810-4951-1886B31A79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509" t="18054" r="11312" b="18730"/>
              <a:stretch>
                <a:fillRect/>
              </a:stretch>
            </p:blipFill>
            <p:spPr>
              <a:xfrm>
                <a:off x="10210800" y="4537540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12" name="图片 11" descr="文本, 白板&#10;&#10;AI 生成的内容可能不正确。">
                <a:extLst>
                  <a:ext uri="{FF2B5EF4-FFF2-40B4-BE49-F238E27FC236}">
                    <a16:creationId xmlns:a16="http://schemas.microsoft.com/office/drawing/2014/main" id="{54C86C25-838B-897B-871A-8DD547F62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1790700" y="4537540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3" name="图片 12" descr="文本, 白板&#10;&#10;AI 生成的内容可能不正确。">
                <a:extLst>
                  <a:ext uri="{FF2B5EF4-FFF2-40B4-BE49-F238E27FC236}">
                    <a16:creationId xmlns:a16="http://schemas.microsoft.com/office/drawing/2014/main" id="{7A8ADF30-9CF2-5ECC-F248-54FC05F0B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347472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4" name="图片 13" descr="文本, 白板&#10;&#10;AI 生成的内容可能不正确。">
                <a:extLst>
                  <a:ext uri="{FF2B5EF4-FFF2-40B4-BE49-F238E27FC236}">
                    <a16:creationId xmlns:a16="http://schemas.microsoft.com/office/drawing/2014/main" id="{1739A676-1FCA-65B9-9848-DA4B17AC72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515874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5" name="图片 14" descr="文本, 白板&#10;&#10;AI 生成的内容可能不正确。">
                <a:extLst>
                  <a:ext uri="{FF2B5EF4-FFF2-40B4-BE49-F238E27FC236}">
                    <a16:creationId xmlns:a16="http://schemas.microsoft.com/office/drawing/2014/main" id="{4C6C03C4-3D8B-1EF4-59A3-C6CD0F6F32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684276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16" name="图片 15" descr="文本, 白板&#10;&#10;AI 生成的内容可能不正确。">
                <a:extLst>
                  <a:ext uri="{FF2B5EF4-FFF2-40B4-BE49-F238E27FC236}">
                    <a16:creationId xmlns:a16="http://schemas.microsoft.com/office/drawing/2014/main" id="{F136372A-0E86-54E6-E88D-FEAC94E8C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8526780" y="4537540"/>
                <a:ext cx="1684020" cy="1800000"/>
              </a:xfrm>
              <a:prstGeom prst="rect">
                <a:avLst/>
              </a:prstGeom>
            </p:spPr>
          </p:pic>
        </p:grpSp>
        <p:pic>
          <p:nvPicPr>
            <p:cNvPr id="6" name="图片 5" descr="文本, 信件&#10;&#10;AI 生成的内容可能不正确。">
              <a:extLst>
                <a:ext uri="{FF2B5EF4-FFF2-40B4-BE49-F238E27FC236}">
                  <a16:creationId xmlns:a16="http://schemas.microsoft.com/office/drawing/2014/main" id="{8528ACF6-8848-F463-4405-D482C383E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0549" b="50440" l="19401" r="83464">
                          <a14:foregroundMark x1="19466" y1="46923" x2="19466" y2="46923"/>
                          <a14:foregroundMark x1="24870" y1="42454" x2="24870" y2="42454"/>
                          <a14:foregroundMark x1="32552" y1="47326" x2="32552" y2="47326"/>
                          <a14:foregroundMark x1="33268" y1="47253" x2="33268" y2="47253"/>
                          <a14:foregroundMark x1="38542" y1="43553" x2="38542" y2="43553"/>
                          <a14:foregroundMark x1="41797" y1="46044" x2="41797" y2="46044"/>
                          <a14:foregroundMark x1="45964" y1="42821" x2="45964" y2="42821"/>
                          <a14:foregroundMark x1="49479" y1="46264" x2="49479" y2="46264"/>
                          <a14:foregroundMark x1="55339" y1="46264" x2="55339" y2="46264"/>
                          <a14:foregroundMark x1="53451" y1="47326" x2="53451" y2="47326"/>
                          <a14:foregroundMark x1="55599" y1="43297" x2="55599" y2="43297"/>
                          <a14:foregroundMark x1="60286" y1="44176" x2="60286" y2="44176"/>
                          <a14:foregroundMark x1="61133" y1="45971" x2="61133" y2="45971"/>
                          <a14:foregroundMark x1="64128" y1="45971" x2="64128" y2="45971"/>
                          <a14:foregroundMark x1="64128" y1="49560" x2="64128" y2="49560"/>
                          <a14:foregroundMark x1="72070" y1="44212" x2="72070" y2="44212"/>
                          <a14:foregroundMark x1="79362" y1="43773" x2="79362" y2="43773"/>
                          <a14:foregroundMark x1="83464" y1="48608" x2="83464" y2="48608"/>
                          <a14:foregroundMark x1="82487" y1="41648" x2="82487" y2="416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00" t="39365" r="65715" b="48299"/>
            <a:stretch>
              <a:fillRect/>
            </a:stretch>
          </p:blipFill>
          <p:spPr>
            <a:xfrm>
              <a:off x="2692350" y="4863117"/>
              <a:ext cx="1071723" cy="1135964"/>
            </a:xfrm>
            <a:prstGeom prst="rect">
              <a:avLst/>
            </a:prstGeom>
          </p:spPr>
        </p:pic>
        <p:pic>
          <p:nvPicPr>
            <p:cNvPr id="7" name="图片 6" descr="文本, 信件&#10;&#10;AI 生成的内容可能不正确。">
              <a:extLst>
                <a:ext uri="{FF2B5EF4-FFF2-40B4-BE49-F238E27FC236}">
                  <a16:creationId xmlns:a16="http://schemas.microsoft.com/office/drawing/2014/main" id="{BFA80EC1-0B15-275F-340D-064339A3F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0549" b="50440" l="19401" r="83464">
                          <a14:foregroundMark x1="19466" y1="46923" x2="19466" y2="46923"/>
                          <a14:foregroundMark x1="24870" y1="42454" x2="24870" y2="42454"/>
                          <a14:foregroundMark x1="32552" y1="47326" x2="32552" y2="47326"/>
                          <a14:foregroundMark x1="33268" y1="47253" x2="33268" y2="47253"/>
                          <a14:foregroundMark x1="38542" y1="43553" x2="38542" y2="43553"/>
                          <a14:foregroundMark x1="41797" y1="46044" x2="41797" y2="46044"/>
                          <a14:foregroundMark x1="45964" y1="42821" x2="45964" y2="42821"/>
                          <a14:foregroundMark x1="49479" y1="46264" x2="49479" y2="46264"/>
                          <a14:foregroundMark x1="55339" y1="46264" x2="55339" y2="46264"/>
                          <a14:foregroundMark x1="53451" y1="47326" x2="53451" y2="47326"/>
                          <a14:foregroundMark x1="55599" y1="43297" x2="55599" y2="43297"/>
                          <a14:foregroundMark x1="60286" y1="44176" x2="60286" y2="44176"/>
                          <a14:foregroundMark x1="61133" y1="45971" x2="61133" y2="45971"/>
                          <a14:foregroundMark x1="64128" y1="45971" x2="64128" y2="45971"/>
                          <a14:foregroundMark x1="64128" y1="49560" x2="64128" y2="49560"/>
                          <a14:foregroundMark x1="72070" y1="44212" x2="72070" y2="44212"/>
                          <a14:foregroundMark x1="79362" y1="43773" x2="79362" y2="43773"/>
                          <a14:foregroundMark x1="83464" y1="48608" x2="83464" y2="48608"/>
                          <a14:foregroundMark x1="82487" y1="41648" x2="82487" y2="416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24" t="39365" r="48547" b="48299"/>
            <a:stretch>
              <a:fillRect/>
            </a:stretch>
          </p:blipFill>
          <p:spPr>
            <a:xfrm>
              <a:off x="4747466" y="4869558"/>
              <a:ext cx="908180" cy="1135964"/>
            </a:xfrm>
            <a:prstGeom prst="rect">
              <a:avLst/>
            </a:prstGeom>
          </p:spPr>
        </p:pic>
        <p:pic>
          <p:nvPicPr>
            <p:cNvPr id="8" name="图片 7" descr="文本, 信件&#10;&#10;AI 生成的内容可能不正确。">
              <a:extLst>
                <a:ext uri="{FF2B5EF4-FFF2-40B4-BE49-F238E27FC236}">
                  <a16:creationId xmlns:a16="http://schemas.microsoft.com/office/drawing/2014/main" id="{17AC6382-831C-E169-0AAF-36D517F4A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0549" b="50440" l="19401" r="83464">
                          <a14:foregroundMark x1="19466" y1="46923" x2="19466" y2="46923"/>
                          <a14:foregroundMark x1="24870" y1="42454" x2="24870" y2="42454"/>
                          <a14:foregroundMark x1="32552" y1="47326" x2="32552" y2="47326"/>
                          <a14:foregroundMark x1="33268" y1="47253" x2="33268" y2="47253"/>
                          <a14:foregroundMark x1="38542" y1="43553" x2="38542" y2="43553"/>
                          <a14:foregroundMark x1="41797" y1="46044" x2="41797" y2="46044"/>
                          <a14:foregroundMark x1="45964" y1="42821" x2="45964" y2="42821"/>
                          <a14:foregroundMark x1="49479" y1="46264" x2="49479" y2="46264"/>
                          <a14:foregroundMark x1="55339" y1="46264" x2="55339" y2="46264"/>
                          <a14:foregroundMark x1="53451" y1="47326" x2="53451" y2="47326"/>
                          <a14:foregroundMark x1="55599" y1="43297" x2="55599" y2="43297"/>
                          <a14:foregroundMark x1="60286" y1="44176" x2="60286" y2="44176"/>
                          <a14:foregroundMark x1="61133" y1="45971" x2="61133" y2="45971"/>
                          <a14:foregroundMark x1="64128" y1="45971" x2="64128" y2="45971"/>
                          <a14:foregroundMark x1="64128" y1="49560" x2="64128" y2="49560"/>
                          <a14:foregroundMark x1="72070" y1="44212" x2="72070" y2="44212"/>
                          <a14:foregroundMark x1="79362" y1="43773" x2="79362" y2="43773"/>
                          <a14:foregroundMark x1="83464" y1="48608" x2="83464" y2="48608"/>
                          <a14:foregroundMark x1="82487" y1="41648" x2="82487" y2="416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42" t="39365" r="32456" b="48299"/>
            <a:stretch>
              <a:fillRect/>
            </a:stretch>
          </p:blipFill>
          <p:spPr>
            <a:xfrm>
              <a:off x="6626445" y="4863117"/>
              <a:ext cx="870546" cy="1135964"/>
            </a:xfrm>
            <a:prstGeom prst="rect">
              <a:avLst/>
            </a:prstGeom>
          </p:spPr>
        </p:pic>
        <p:pic>
          <p:nvPicPr>
            <p:cNvPr id="9" name="图片 8" descr="文本, 信件&#10;&#10;AI 生成的内容可能不正确。">
              <a:extLst>
                <a:ext uri="{FF2B5EF4-FFF2-40B4-BE49-F238E27FC236}">
                  <a16:creationId xmlns:a16="http://schemas.microsoft.com/office/drawing/2014/main" id="{5202E943-1F73-C13A-1D0F-7B7B19F56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0549" b="50440" l="19401" r="83464">
                          <a14:foregroundMark x1="19466" y1="46923" x2="19466" y2="46923"/>
                          <a14:foregroundMark x1="24870" y1="42454" x2="24870" y2="42454"/>
                          <a14:foregroundMark x1="32552" y1="47326" x2="32552" y2="47326"/>
                          <a14:foregroundMark x1="33268" y1="47253" x2="33268" y2="47253"/>
                          <a14:foregroundMark x1="38542" y1="43553" x2="38542" y2="43553"/>
                          <a14:foregroundMark x1="41797" y1="46044" x2="41797" y2="46044"/>
                          <a14:foregroundMark x1="45964" y1="42821" x2="45964" y2="42821"/>
                          <a14:foregroundMark x1="49479" y1="46264" x2="49479" y2="46264"/>
                          <a14:foregroundMark x1="55339" y1="46264" x2="55339" y2="46264"/>
                          <a14:foregroundMark x1="53451" y1="47326" x2="53451" y2="47326"/>
                          <a14:foregroundMark x1="55599" y1="43297" x2="55599" y2="43297"/>
                          <a14:foregroundMark x1="60286" y1="44176" x2="60286" y2="44176"/>
                          <a14:foregroundMark x1="61133" y1="45971" x2="61133" y2="45971"/>
                          <a14:foregroundMark x1="64128" y1="45971" x2="64128" y2="45971"/>
                          <a14:foregroundMark x1="64128" y1="49560" x2="64128" y2="49560"/>
                          <a14:foregroundMark x1="72070" y1="44212" x2="72070" y2="44212"/>
                          <a14:foregroundMark x1="79362" y1="43773" x2="79362" y2="43773"/>
                          <a14:foregroundMark x1="83464" y1="48608" x2="83464" y2="48608"/>
                          <a14:foregroundMark x1="82487" y1="41648" x2="82487" y2="4164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92" t="39365" r="12116" b="48299"/>
            <a:stretch>
              <a:fillRect/>
            </a:stretch>
          </p:blipFill>
          <p:spPr>
            <a:xfrm>
              <a:off x="8386925" y="4863117"/>
              <a:ext cx="1072094" cy="1135964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6EAD26A-A0CB-268B-86ED-6A44F007BD2E}"/>
              </a:ext>
            </a:extLst>
          </p:cNvPr>
          <p:cNvGrpSpPr/>
          <p:nvPr/>
        </p:nvGrpSpPr>
        <p:grpSpPr>
          <a:xfrm>
            <a:off x="623149" y="4574642"/>
            <a:ext cx="10558790" cy="1807620"/>
            <a:chOff x="724103" y="4531099"/>
            <a:chExt cx="10558790" cy="180762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D1BC952-6D70-8847-FBAA-A5A87602D498}"/>
                </a:ext>
              </a:extLst>
            </p:cNvPr>
            <p:cNvGrpSpPr/>
            <p:nvPr/>
          </p:nvGrpSpPr>
          <p:grpSpPr>
            <a:xfrm>
              <a:off x="724103" y="4531099"/>
              <a:ext cx="10558790" cy="1807620"/>
              <a:chOff x="724103" y="4531099"/>
              <a:chExt cx="10558790" cy="1807620"/>
            </a:xfrm>
          </p:grpSpPr>
          <p:pic>
            <p:nvPicPr>
              <p:cNvPr id="21" name="图片 20" descr="文本, 白板&#10;&#10;AI 生成的内容可能不正确。">
                <a:extLst>
                  <a:ext uri="{FF2B5EF4-FFF2-40B4-BE49-F238E27FC236}">
                    <a16:creationId xmlns:a16="http://schemas.microsoft.com/office/drawing/2014/main" id="{48C89A20-1CC7-84E7-8BAD-3E7D131C6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15" t="18054" r="67005" b="18730"/>
              <a:stretch>
                <a:fillRect/>
              </a:stretch>
            </p:blipFill>
            <p:spPr>
              <a:xfrm>
                <a:off x="724103" y="4531099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22" name="图片 21" descr="文本, 白板&#10;&#10;AI 生成的内容可能不正确。">
                <a:extLst>
                  <a:ext uri="{FF2B5EF4-FFF2-40B4-BE49-F238E27FC236}">
                    <a16:creationId xmlns:a16="http://schemas.microsoft.com/office/drawing/2014/main" id="{1A8807D4-E57F-FF77-846B-A9A56CCD7E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509" t="18054" r="11312" b="18730"/>
              <a:stretch>
                <a:fillRect/>
              </a:stretch>
            </p:blipFill>
            <p:spPr>
              <a:xfrm>
                <a:off x="10210800" y="4537540"/>
                <a:ext cx="1072093" cy="1800000"/>
              </a:xfrm>
              <a:prstGeom prst="rect">
                <a:avLst/>
              </a:prstGeom>
            </p:spPr>
          </p:pic>
          <p:pic>
            <p:nvPicPr>
              <p:cNvPr id="23" name="图片 22" descr="文本, 白板&#10;&#10;AI 生成的内容可能不正确。">
                <a:extLst>
                  <a:ext uri="{FF2B5EF4-FFF2-40B4-BE49-F238E27FC236}">
                    <a16:creationId xmlns:a16="http://schemas.microsoft.com/office/drawing/2014/main" id="{9AC7C337-A0E6-5CEA-4F5C-530EB5A12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1790700" y="4537540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24" name="图片 23" descr="文本, 白板&#10;&#10;AI 生成的内容可能不正确。">
                <a:extLst>
                  <a:ext uri="{FF2B5EF4-FFF2-40B4-BE49-F238E27FC236}">
                    <a16:creationId xmlns:a16="http://schemas.microsoft.com/office/drawing/2014/main" id="{35F44C77-76A1-5C68-21E4-8A295AAAE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347472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25" name="图片 24" descr="文本, 白板&#10;&#10;AI 生成的内容可能不正确。">
                <a:extLst>
                  <a:ext uri="{FF2B5EF4-FFF2-40B4-BE49-F238E27FC236}">
                    <a16:creationId xmlns:a16="http://schemas.microsoft.com/office/drawing/2014/main" id="{680D1B91-D693-2787-29A3-10ADB3686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515874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26" name="图片 25" descr="文本, 白板&#10;&#10;AI 生成的内容可能不正确。">
                <a:extLst>
                  <a:ext uri="{FF2B5EF4-FFF2-40B4-BE49-F238E27FC236}">
                    <a16:creationId xmlns:a16="http://schemas.microsoft.com/office/drawing/2014/main" id="{FEB47205-4CD9-C9C4-2F94-25F4577BB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6842760" y="4538719"/>
                <a:ext cx="1684020" cy="1800000"/>
              </a:xfrm>
              <a:prstGeom prst="rect">
                <a:avLst/>
              </a:prstGeom>
            </p:spPr>
          </p:pic>
          <p:pic>
            <p:nvPicPr>
              <p:cNvPr id="27" name="图片 26" descr="文本, 白板&#10;&#10;AI 生成的内容可能不正确。">
                <a:extLst>
                  <a:ext uri="{FF2B5EF4-FFF2-40B4-BE49-F238E27FC236}">
                    <a16:creationId xmlns:a16="http://schemas.microsoft.com/office/drawing/2014/main" id="{BD3A18F3-130A-FFEA-0115-2C02612338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71250" y1="22917" x2="71250" y2="22917"/>
                            <a14:foregroundMark x1="85469" y1="77222" x2="85469" y2="77222"/>
                            <a14:foregroundMark x1="83828" y1="77222" x2="83828" y2="77222"/>
                            <a14:foregroundMark x1="84453" y1="77083" x2="84453" y2="77083"/>
                            <a14:foregroundMark x1="86719" y1="77083" x2="86719" y2="77083"/>
                            <a14:foregroundMark x1="82813" y1="76250" x2="82813" y2="76250"/>
                            <a14:foregroundMark x1="81172" y1="79583" x2="81172" y2="79583"/>
                            <a14:foregroundMark x1="77891" y1="80694" x2="77891" y2="80694"/>
                            <a14:foregroundMark x1="80234" y1="80694" x2="80234" y2="80694"/>
                            <a14:foregroundMark x1="78906" y1="80694" x2="78906" y2="80694"/>
                            <a14:foregroundMark x1="76406" y1="80694" x2="76406" y2="80694"/>
                            <a14:foregroundMark x1="74609" y1="80694" x2="74609" y2="80694"/>
                            <a14:foregroundMark x1="72813" y1="79583" x2="72813" y2="79583"/>
                            <a14:foregroundMark x1="72813" y1="79583" x2="72813" y2="79583"/>
                            <a14:foregroundMark x1="73438" y1="80833" x2="73438" y2="80833"/>
                            <a14:foregroundMark x1="72734" y1="77778" x2="72734" y2="77778"/>
                            <a14:foregroundMark x1="72891" y1="76528" x2="72891" y2="76528"/>
                            <a14:foregroundMark x1="28906" y1="75694" x2="28906" y2="75694"/>
                            <a14:foregroundMark x1="37813" y1="75694" x2="37813" y2="75694"/>
                            <a14:foregroundMark x1="38438" y1="75694" x2="38438" y2="75694"/>
                            <a14:foregroundMark x1="42734" y1="75972" x2="42734" y2="75972"/>
                            <a14:foregroundMark x1="45781" y1="75833" x2="45781" y2="75833"/>
                            <a14:foregroundMark x1="62813" y1="76111" x2="62813" y2="76111"/>
                            <a14:foregroundMark x1="66250" y1="75694" x2="66250" y2="75694"/>
                            <a14:foregroundMark x1="68359" y1="75694" x2="68359" y2="75694"/>
                            <a14:foregroundMark x1="70391" y1="75833" x2="70391" y2="75833"/>
                            <a14:foregroundMark x1="64375" y1="75417" x2="64375" y2="75417"/>
                            <a14:foregroundMark x1="60547" y1="75833" x2="60547" y2="75833"/>
                            <a14:foregroundMark x1="57734" y1="75833" x2="57734" y2="75833"/>
                            <a14:foregroundMark x1="55156" y1="75417" x2="55156" y2="75417"/>
                            <a14:foregroundMark x1="52578" y1="75417" x2="52578" y2="75417"/>
                            <a14:foregroundMark x1="50938" y1="75694" x2="50938" y2="75694"/>
                            <a14:foregroundMark x1="48750" y1="75833" x2="48750" y2="75833"/>
                            <a14:foregroundMark x1="40703" y1="75833" x2="40703" y2="75833"/>
                            <a14:foregroundMark x1="35625" y1="75417" x2="35625" y2="75417"/>
                            <a14:foregroundMark x1="32969" y1="75417" x2="32969" y2="75417"/>
                            <a14:foregroundMark x1="69844" y1="23333" x2="69844" y2="23333"/>
                            <a14:foregroundMark x1="27109" y1="80972" x2="27109" y2="80972"/>
                            <a14:foregroundMark x1="25625" y1="80972" x2="25625" y2="80972"/>
                            <a14:foregroundMark x1="23594" y1="80833" x2="23594" y2="80833"/>
                            <a14:foregroundMark x1="21563" y1="80556" x2="21563" y2="80556"/>
                            <a14:foregroundMark x1="22578" y1="80833" x2="22578" y2="80833"/>
                            <a14:foregroundMark x1="20938" y1="80694" x2="20938" y2="80694"/>
                            <a14:foregroundMark x1="19766" y1="79722" x2="19766" y2="79722"/>
                            <a14:foregroundMark x1="19063" y1="77361" x2="19063" y2="77361"/>
                            <a14:foregroundMark x1="17109" y1="76944" x2="17109" y2="76944"/>
                            <a14:foregroundMark x1="15234" y1="77500" x2="15234" y2="77500"/>
                            <a14:foregroundMark x1="12422" y1="67917" x2="12422" y2="67917"/>
                            <a14:foregroundMark x1="12266" y1="70139" x2="12266" y2="70139"/>
                            <a14:foregroundMark x1="12188" y1="58889" x2="12188" y2="58889"/>
                            <a14:foregroundMark x1="12266" y1="61250" x2="12266" y2="61250"/>
                            <a14:foregroundMark x1="12500" y1="44306" x2="12500" y2="44306"/>
                            <a14:foregroundMark x1="12656" y1="36667" x2="12656" y2="36667"/>
                            <a14:foregroundMark x1="12422" y1="28750" x2="12422" y2="28750"/>
                            <a14:foregroundMark x1="13203" y1="22361" x2="13203" y2="22361"/>
                            <a14:foregroundMark x1="13438" y1="73611" x2="13438" y2="73611"/>
                            <a14:foregroundMark x1="88125" y1="72778" x2="88125" y2="72778"/>
                            <a14:foregroundMark x1="88125" y1="72083" x2="88125" y2="72083"/>
                            <a14:foregroundMark x1="88047" y1="73056" x2="88047" y2="7305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993" t="18054" r="31739" b="18730"/>
              <a:stretch>
                <a:fillRect/>
              </a:stretch>
            </p:blipFill>
            <p:spPr>
              <a:xfrm>
                <a:off x="8526780" y="4537540"/>
                <a:ext cx="1684020" cy="1800000"/>
              </a:xfrm>
              <a:prstGeom prst="rect">
                <a:avLst/>
              </a:prstGeom>
            </p:spPr>
          </p:pic>
        </p:grpSp>
        <p:pic>
          <p:nvPicPr>
            <p:cNvPr id="17" name="图片 16" descr="在沙滩上&#10;&#10;AI 生成的内容可能不正确。">
              <a:extLst>
                <a:ext uri="{FF2B5EF4-FFF2-40B4-BE49-F238E27FC236}">
                  <a16:creationId xmlns:a16="http://schemas.microsoft.com/office/drawing/2014/main" id="{2C9152EE-2075-06DA-7E42-7D6E36475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22" t="39546" r="66066" b="49297"/>
            <a:stretch>
              <a:fillRect/>
            </a:stretch>
          </p:blipFill>
          <p:spPr>
            <a:xfrm>
              <a:off x="2595768" y="4884155"/>
              <a:ext cx="1172801" cy="1106769"/>
            </a:xfrm>
            <a:prstGeom prst="rect">
              <a:avLst/>
            </a:prstGeom>
          </p:spPr>
        </p:pic>
        <p:pic>
          <p:nvPicPr>
            <p:cNvPr id="18" name="图片 17" descr="在沙滩上&#10;&#10;AI 生成的内容可能不正确。">
              <a:extLst>
                <a:ext uri="{FF2B5EF4-FFF2-40B4-BE49-F238E27FC236}">
                  <a16:creationId xmlns:a16="http://schemas.microsoft.com/office/drawing/2014/main" id="{3A176C04-FC28-1530-7022-453A02ACF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301" t="39546" r="49274" b="49297"/>
            <a:stretch>
              <a:fillRect/>
            </a:stretch>
          </p:blipFill>
          <p:spPr>
            <a:xfrm>
              <a:off x="4694859" y="4884155"/>
              <a:ext cx="916769" cy="1106769"/>
            </a:xfrm>
            <a:prstGeom prst="rect">
              <a:avLst/>
            </a:prstGeom>
          </p:spPr>
        </p:pic>
        <p:pic>
          <p:nvPicPr>
            <p:cNvPr id="19" name="图片 18" descr="在沙滩上&#10;&#10;AI 生成的内容可能不正确。">
              <a:extLst>
                <a:ext uri="{FF2B5EF4-FFF2-40B4-BE49-F238E27FC236}">
                  <a16:creationId xmlns:a16="http://schemas.microsoft.com/office/drawing/2014/main" id="{71AA31FE-695A-7439-B8A6-6FC734CBB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26" t="39546" r="32849" b="49297"/>
            <a:stretch>
              <a:fillRect/>
            </a:stretch>
          </p:blipFill>
          <p:spPr>
            <a:xfrm>
              <a:off x="6550358" y="4877714"/>
              <a:ext cx="916769" cy="1106769"/>
            </a:xfrm>
            <a:prstGeom prst="rect">
              <a:avLst/>
            </a:prstGeom>
          </p:spPr>
        </p:pic>
        <p:pic>
          <p:nvPicPr>
            <p:cNvPr id="20" name="图片 19" descr="在沙滩上&#10;&#10;AI 生成的内容可能不正确。">
              <a:extLst>
                <a:ext uri="{FF2B5EF4-FFF2-40B4-BE49-F238E27FC236}">
                  <a16:creationId xmlns:a16="http://schemas.microsoft.com/office/drawing/2014/main" id="{0E0DE69E-B5B8-6B7F-0A22-67E9E0D48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40440" b="49524" l="16862" r="82747">
                          <a14:foregroundMark x1="19596" y1="44945" x2="19596" y2="44945"/>
                          <a14:foregroundMark x1="16992" y1="44872" x2="16992" y2="44872"/>
                          <a14:foregroundMark x1="21029" y1="41868" x2="21029" y2="41868"/>
                          <a14:foregroundMark x1="26172" y1="40476" x2="26172" y2="40476"/>
                          <a14:foregroundMark x1="27148" y1="45201" x2="27148" y2="45201"/>
                          <a14:foregroundMark x1="26172" y1="47326" x2="26172" y2="47326"/>
                          <a14:foregroundMark x1="25065" y1="48278" x2="25065" y2="48278"/>
                          <a14:foregroundMark x1="31185" y1="48278" x2="31185" y2="48278"/>
                          <a14:foregroundMark x1="36654" y1="47436" x2="36654" y2="47436"/>
                          <a14:foregroundMark x1="46224" y1="45128" x2="46224" y2="45128"/>
                          <a14:foregroundMark x1="48893" y1="47582" x2="48893" y2="47582"/>
                          <a14:foregroundMark x1="46875" y1="43114" x2="46875" y2="43114"/>
                          <a14:foregroundMark x1="41536" y1="41245" x2="41536" y2="41245"/>
                          <a14:foregroundMark x1="54362" y1="41685" x2="54362" y2="41685"/>
                          <a14:foregroundMark x1="52539" y1="44432" x2="52539" y2="44432"/>
                          <a14:foregroundMark x1="53125" y1="47326" x2="53125" y2="47582"/>
                          <a14:foregroundMark x1="56706" y1="43700" x2="56706" y2="43700"/>
                          <a14:foregroundMark x1="71615" y1="46557" x2="71615" y2="46557"/>
                          <a14:foregroundMark x1="78516" y1="44066" x2="78516" y2="44066"/>
                          <a14:foregroundMark x1="79753" y1="47070" x2="79753" y2="47070"/>
                          <a14:foregroundMark x1="82747" y1="48571" x2="82747" y2="48571"/>
                          <a14:foregroundMark x1="81771" y1="41429" x2="81771" y2="41429"/>
                          <a14:foregroundMark x1="58138" y1="41502" x2="58138" y2="41502"/>
                          <a14:backgroundMark x1="39193" y1="44505" x2="39193" y2="44505"/>
                          <a14:backgroundMark x1="42448" y1="45201" x2="42448" y2="4520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18" t="39546" r="11470" b="49297"/>
            <a:stretch>
              <a:fillRect/>
            </a:stretch>
          </p:blipFill>
          <p:spPr>
            <a:xfrm>
              <a:off x="8412077" y="4884838"/>
              <a:ext cx="1172801" cy="1106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036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Dong</dc:creator>
  <cp:lastModifiedBy>Xinyu Dong</cp:lastModifiedBy>
  <cp:revision>3</cp:revision>
  <dcterms:created xsi:type="dcterms:W3CDTF">2025-11-10T07:14:42Z</dcterms:created>
  <dcterms:modified xsi:type="dcterms:W3CDTF">2025-11-12T08:03:04Z</dcterms:modified>
</cp:coreProperties>
</file>