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63" d="100"/>
          <a:sy n="63" d="100"/>
        </p:scale>
        <p:origin x="81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D4A17-3A21-D0CA-3CF7-16CE9F0D4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EB5EEE-0043-DD3E-1585-14646A05E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D07ABF-75E5-46D3-5F40-6A6CCF6F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5391E0-1F96-8537-0444-1D499A12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7312E0-3A02-89D9-3D83-2F242E7C3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662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37B5F-104F-2B2A-9A28-CC96EC4CA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2C19E3-BEC7-6D10-618F-7F3B2E8D1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EBB194-AC88-1583-F9E2-DA546273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0B35F-48BE-34AC-C9FF-062B805B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532942-2E75-4B92-2004-0C3249BB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27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A6018-E5A5-C2D6-7E69-47EAB0797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5D7EEA-9C43-29F6-305C-C3D4E8945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DB2828-A557-65F6-2C20-F01A7DC50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28336E-906C-D6E8-226F-CB9892A4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928E4-AD34-5F97-449F-7FD3EB38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3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8FF4B-D22E-5F3A-4D3B-0DF95382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0D94B4-204A-F371-6FFC-58D75526D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8CA9A6-B804-3FD6-C35E-7E179E3D8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2BC4AA-ED52-67A9-1263-B6E15820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ADFC22-BCF2-1EBC-52B0-F2CD25716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86459C-CE18-F9E5-EF62-6B5B56E9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35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530A8-D020-AAFB-EE7E-27E02D07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28702A-2089-3629-F1DC-FA6D26294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DDEBB9-438C-2BA6-82B0-B8908D9AA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1C56-2AD3-499A-A37A-E723F0DA5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69BBD9-B80B-98C1-57EC-867949FBE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8EF5DC-2B3F-540E-15F2-6B962816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7605C2-D5AF-E767-94BB-0A1325043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90E276-A7CD-FE49-6293-68AA65C2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30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53060-98D5-67E0-7A28-6E02B8BC2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F7BF98-4D05-590D-2859-9495C3534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B91287-892F-990A-F580-A28CC669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31DA00-F44F-4495-4CA2-E2A1D7DE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89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5D3030-94F9-2360-3D56-FA0B4682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1926DD-F19A-5CC0-3439-86D8AF4A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81957-038C-4C6A-6D29-9D468BD3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448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E976B-6130-C145-9523-5365DF727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C9372A-A36C-F2EE-F8A2-38C468374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A5AC57-8FAA-5EF3-BD54-D01AF4FD8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B8829B-9C4F-7478-4FC6-3AAAC2B4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4A285E-B325-057B-16D4-52DBC3AC7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99B2AB-DFC3-4091-3986-E48F40B0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42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6ADF6-8F90-BB06-D254-D29189B69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D74A92-3C3D-9D8A-E947-C745123E4D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C45D73-50C2-16A2-2D61-E7182A161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0356A7-4788-0A1C-5840-B1D29FEF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B25106-26F7-2695-9AD7-8F420C31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5825C2-A7BB-E6B3-74FD-A37E4291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16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28EF08-EB3B-525A-3C7A-B374A067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3775FD-9F80-76CF-14EE-979B91A76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71996D-5BD6-C88A-8982-2A10FFA4A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A2F4E-1B70-0CFF-EE38-FDF89D1E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6D37C4-C47A-811B-9682-D755DB44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98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86EA7D-5F6F-6A29-E202-BBABF1C72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A814BC-5A9A-F2DE-CEDF-B696737F4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05992-07B5-246C-9F5C-FBD39B8F7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C562C0-0988-FE22-F168-4625D2F2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7EBE8-61C6-12A6-2E0B-214D99E8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36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A1EEEC-ABBB-4E29-4FF7-CD9592BB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286DA0-AE90-B035-2C0B-E8C14231F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EA69EF-DB7F-B5F2-E149-4BFA22C59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6D05C-9A24-4130-9267-AE09E49CB46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F3B30A-437A-725D-9425-85A63AC2D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2426D2-668C-46CA-F22E-72741EABD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03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在沙滩上&#10;&#10;AI 生成的内容可能不正确。">
            <a:extLst>
              <a:ext uri="{FF2B5EF4-FFF2-40B4-BE49-F238E27FC236}">
                <a16:creationId xmlns:a16="http://schemas.microsoft.com/office/drawing/2014/main" id="{131A7130-CF90-089F-C7A4-C0FBC817A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9147" b="51919" l="10000" r="90000">
                        <a14:foregroundMark x1="23403" y1="41172" x2="23403" y2="41172"/>
                        <a14:foregroundMark x1="24049" y1="41818" x2="24049" y2="41818"/>
                        <a14:foregroundMark x1="20962" y1="45455" x2="20962" y2="45455"/>
                        <a14:foregroundMark x1="20962" y1="45455" x2="20962" y2="45455"/>
                        <a14:foregroundMark x1="25628" y1="46343" x2="25628" y2="46343"/>
                        <a14:foregroundMark x1="25844" y1="46424" x2="25844" y2="46424"/>
                        <a14:foregroundMark x1="38263" y1="44727" x2="38263" y2="44970"/>
                        <a14:foregroundMark x1="36971" y1="43636" x2="36971" y2="43636"/>
                        <a14:foregroundMark x1="36971" y1="43636" x2="36971" y2="43636"/>
                        <a14:foregroundMark x1="43862" y1="44525" x2="43862" y2="44525"/>
                        <a14:foregroundMark x1="43862" y1="44525" x2="43862" y2="44525"/>
                        <a14:foregroundMark x1="47452" y1="46990" x2="47452" y2="46990"/>
                        <a14:foregroundMark x1="47452" y1="46990" x2="47452" y2="46990"/>
                        <a14:foregroundMark x1="51902" y1="47798" x2="51902" y2="47798"/>
                        <a14:foregroundMark x1="51902" y1="47798" x2="51902" y2="47798"/>
                        <a14:foregroundMark x1="51759" y1="44606" x2="51759" y2="44606"/>
                        <a14:foregroundMark x1="51759" y1="44606" x2="51759" y2="44606"/>
                        <a14:foregroundMark x1="54056" y1="41899" x2="54056" y2="41899"/>
                        <a14:foregroundMark x1="54056" y1="41899" x2="54056" y2="41899"/>
                        <a14:foregroundMark x1="57430" y1="43717" x2="57430" y2="43717"/>
                        <a14:foregroundMark x1="57430" y1="43717" x2="57430" y2="43717"/>
                        <a14:foregroundMark x1="58076" y1="42263" x2="58076" y2="42263"/>
                        <a14:foregroundMark x1="58076" y1="42263" x2="58076" y2="42263"/>
                        <a14:foregroundMark x1="26633" y1="43434" x2="26633" y2="43434"/>
                        <a14:foregroundMark x1="26633" y1="43434" x2="26633" y2="43434"/>
                        <a14:foregroundMark x1="25628" y1="41535" x2="25628" y2="41535"/>
                        <a14:foregroundMark x1="25628" y1="41535" x2="25628" y2="41535"/>
                        <a14:foregroundMark x1="21464" y1="44444" x2="21464" y2="44444"/>
                        <a14:foregroundMark x1="21464" y1="44444" x2="21464" y2="44444"/>
                        <a14:foregroundMark x1="19885" y1="43798" x2="19885" y2="43798"/>
                        <a14:foregroundMark x1="19885" y1="43798" x2="19885" y2="43798"/>
                        <a14:foregroundMark x1="81479" y1="41576" x2="81479" y2="41576"/>
                        <a14:foregroundMark x1="81479" y1="41576" x2="81479" y2="41576"/>
                        <a14:foregroundMark x1="81479" y1="41576" x2="81479" y2="41576"/>
                        <a14:backgroundMark x1="37401" y1="45535" x2="37401" y2="455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7551" b="46485"/>
          <a:stretch>
            <a:fillRect/>
          </a:stretch>
        </p:blipFill>
        <p:spPr>
          <a:xfrm>
            <a:off x="3289241" y="1365413"/>
            <a:ext cx="4748217" cy="1347214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C5F6DC5D-F1B6-1B3C-D999-B0BC939C554C}"/>
              </a:ext>
            </a:extLst>
          </p:cNvPr>
          <p:cNvGrpSpPr/>
          <p:nvPr/>
        </p:nvGrpSpPr>
        <p:grpSpPr>
          <a:xfrm>
            <a:off x="724103" y="4531099"/>
            <a:ext cx="10558790" cy="1807620"/>
            <a:chOff x="724103" y="4531099"/>
            <a:chExt cx="10558790" cy="180762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927F2AC-2689-E990-DA29-9407ACE3EB34}"/>
                </a:ext>
              </a:extLst>
            </p:cNvPr>
            <p:cNvGrpSpPr/>
            <p:nvPr/>
          </p:nvGrpSpPr>
          <p:grpSpPr>
            <a:xfrm>
              <a:off x="724103" y="4531099"/>
              <a:ext cx="10558790" cy="1807620"/>
              <a:chOff x="724103" y="4531099"/>
              <a:chExt cx="10558790" cy="1807620"/>
            </a:xfrm>
          </p:grpSpPr>
          <p:pic>
            <p:nvPicPr>
              <p:cNvPr id="11" name="图片 10" descr="文本, 白板&#10;&#10;AI 生成的内容可能不正确。">
                <a:extLst>
                  <a:ext uri="{FF2B5EF4-FFF2-40B4-BE49-F238E27FC236}">
                    <a16:creationId xmlns:a16="http://schemas.microsoft.com/office/drawing/2014/main" id="{68EFBE37-1E30-21C4-6298-5C4DF3316F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815" t="18054" r="67005" b="18730"/>
              <a:stretch>
                <a:fillRect/>
              </a:stretch>
            </p:blipFill>
            <p:spPr>
              <a:xfrm>
                <a:off x="724103" y="4531099"/>
                <a:ext cx="1072093" cy="1800000"/>
              </a:xfrm>
              <a:prstGeom prst="rect">
                <a:avLst/>
              </a:prstGeom>
            </p:spPr>
          </p:pic>
          <p:pic>
            <p:nvPicPr>
              <p:cNvPr id="12" name="图片 11" descr="文本, 白板&#10;&#10;AI 生成的内容可能不正确。">
                <a:extLst>
                  <a:ext uri="{FF2B5EF4-FFF2-40B4-BE49-F238E27FC236}">
                    <a16:creationId xmlns:a16="http://schemas.microsoft.com/office/drawing/2014/main" id="{4D9CE81C-A80A-B2D3-D17E-0517F5BAE2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509" t="18054" r="11312" b="18730"/>
              <a:stretch>
                <a:fillRect/>
              </a:stretch>
            </p:blipFill>
            <p:spPr>
              <a:xfrm>
                <a:off x="10210800" y="4537540"/>
                <a:ext cx="1072093" cy="1800000"/>
              </a:xfrm>
              <a:prstGeom prst="rect">
                <a:avLst/>
              </a:prstGeom>
            </p:spPr>
          </p:pic>
          <p:pic>
            <p:nvPicPr>
              <p:cNvPr id="13" name="图片 12" descr="文本, 白板&#10;&#10;AI 生成的内容可能不正确。">
                <a:extLst>
                  <a:ext uri="{FF2B5EF4-FFF2-40B4-BE49-F238E27FC236}">
                    <a16:creationId xmlns:a16="http://schemas.microsoft.com/office/drawing/2014/main" id="{6625E906-0774-10FC-208C-229C97BC29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1790700" y="4537540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14" name="图片 13" descr="文本, 白板&#10;&#10;AI 生成的内容可能不正确。">
                <a:extLst>
                  <a:ext uri="{FF2B5EF4-FFF2-40B4-BE49-F238E27FC236}">
                    <a16:creationId xmlns:a16="http://schemas.microsoft.com/office/drawing/2014/main" id="{485EA137-D757-DF11-6F8C-2874A10257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3474720" y="4538719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15" name="图片 14" descr="文本, 白板&#10;&#10;AI 生成的内容可能不正确。">
                <a:extLst>
                  <a:ext uri="{FF2B5EF4-FFF2-40B4-BE49-F238E27FC236}">
                    <a16:creationId xmlns:a16="http://schemas.microsoft.com/office/drawing/2014/main" id="{CF4F24C1-F144-09FC-5173-102001C2C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5158740" y="4538719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16" name="图片 15" descr="文本, 白板&#10;&#10;AI 生成的内容可能不正确。">
                <a:extLst>
                  <a:ext uri="{FF2B5EF4-FFF2-40B4-BE49-F238E27FC236}">
                    <a16:creationId xmlns:a16="http://schemas.microsoft.com/office/drawing/2014/main" id="{662E8324-0D7A-040C-331F-4B0596E12F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6842760" y="4538719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18" name="图片 17" descr="文本, 白板&#10;&#10;AI 生成的内容可能不正确。">
                <a:extLst>
                  <a:ext uri="{FF2B5EF4-FFF2-40B4-BE49-F238E27FC236}">
                    <a16:creationId xmlns:a16="http://schemas.microsoft.com/office/drawing/2014/main" id="{C1FA7CBD-C843-4402-629F-30B8EA091C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8526780" y="4537540"/>
                <a:ext cx="1684020" cy="1800000"/>
              </a:xfrm>
              <a:prstGeom prst="rect">
                <a:avLst/>
              </a:prstGeom>
            </p:spPr>
          </p:pic>
        </p:grpSp>
        <p:pic>
          <p:nvPicPr>
            <p:cNvPr id="21" name="图片 20" descr="在沙滩上&#10;&#10;AI 生成的内容可能不正确。">
              <a:extLst>
                <a:ext uri="{FF2B5EF4-FFF2-40B4-BE49-F238E27FC236}">
                  <a16:creationId xmlns:a16="http://schemas.microsoft.com/office/drawing/2014/main" id="{9847AB38-9BBD-6314-6CC3-CC6A451E5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39147" b="51919" l="10000" r="90000">
                          <a14:foregroundMark x1="23403" y1="41172" x2="23403" y2="41172"/>
                          <a14:foregroundMark x1="24049" y1="41818" x2="24049" y2="41818"/>
                          <a14:foregroundMark x1="20962" y1="45455" x2="20962" y2="45455"/>
                          <a14:foregroundMark x1="20962" y1="45455" x2="20962" y2="45455"/>
                          <a14:foregroundMark x1="25628" y1="46343" x2="25628" y2="46343"/>
                          <a14:foregroundMark x1="25844" y1="46424" x2="25844" y2="46424"/>
                          <a14:foregroundMark x1="38263" y1="44727" x2="38263" y2="44970"/>
                          <a14:foregroundMark x1="36971" y1="43636" x2="36971" y2="43636"/>
                          <a14:foregroundMark x1="36971" y1="43636" x2="36971" y2="43636"/>
                          <a14:foregroundMark x1="43862" y1="44525" x2="43862" y2="44525"/>
                          <a14:foregroundMark x1="43862" y1="44525" x2="43862" y2="44525"/>
                          <a14:foregroundMark x1="47452" y1="46990" x2="47452" y2="46990"/>
                          <a14:foregroundMark x1="47452" y1="46990" x2="47452" y2="46990"/>
                          <a14:foregroundMark x1="51902" y1="47798" x2="51902" y2="47798"/>
                          <a14:foregroundMark x1="51902" y1="47798" x2="51902" y2="47798"/>
                          <a14:foregroundMark x1="51759" y1="44606" x2="51759" y2="44606"/>
                          <a14:foregroundMark x1="51759" y1="44606" x2="51759" y2="44606"/>
                          <a14:foregroundMark x1="54056" y1="41899" x2="54056" y2="41899"/>
                          <a14:foregroundMark x1="54056" y1="41899" x2="54056" y2="41899"/>
                          <a14:foregroundMark x1="57430" y1="43717" x2="57430" y2="43717"/>
                          <a14:foregroundMark x1="57430" y1="43717" x2="57430" y2="43717"/>
                          <a14:foregroundMark x1="58076" y1="42263" x2="58076" y2="42263"/>
                          <a14:foregroundMark x1="58076" y1="42263" x2="58076" y2="42263"/>
                          <a14:foregroundMark x1="26633" y1="43434" x2="26633" y2="43434"/>
                          <a14:foregroundMark x1="26633" y1="43434" x2="26633" y2="43434"/>
                          <a14:foregroundMark x1="25628" y1="41535" x2="25628" y2="41535"/>
                          <a14:foregroundMark x1="25628" y1="41535" x2="25628" y2="41535"/>
                          <a14:foregroundMark x1="21464" y1="44444" x2="21464" y2="44444"/>
                          <a14:foregroundMark x1="21464" y1="44444" x2="21464" y2="44444"/>
                          <a14:foregroundMark x1="19885" y1="43798" x2="19885" y2="43798"/>
                          <a14:foregroundMark x1="19885" y1="43798" x2="19885" y2="43798"/>
                          <a14:foregroundMark x1="81479" y1="41576" x2="81479" y2="41576"/>
                          <a14:foregroundMark x1="81479" y1="41576" x2="81479" y2="41576"/>
                          <a14:foregroundMark x1="81479" y1="41576" x2="81479" y2="41576"/>
                          <a14:backgroundMark x1="37401" y1="45535" x2="37401" y2="4553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70" t="37551" r="68010" b="46485"/>
            <a:stretch>
              <a:fillRect/>
            </a:stretch>
          </p:blipFill>
          <p:spPr>
            <a:xfrm>
              <a:off x="2228850" y="4763933"/>
              <a:ext cx="960120" cy="1347214"/>
            </a:xfrm>
            <a:prstGeom prst="rect">
              <a:avLst/>
            </a:prstGeom>
          </p:spPr>
        </p:pic>
        <p:pic>
          <p:nvPicPr>
            <p:cNvPr id="22" name="图片 21" descr="在沙滩上&#10;&#10;AI 生成的内容可能不正确。">
              <a:extLst>
                <a:ext uri="{FF2B5EF4-FFF2-40B4-BE49-F238E27FC236}">
                  <a16:creationId xmlns:a16="http://schemas.microsoft.com/office/drawing/2014/main" id="{71E257E4-388D-6EDC-3AB2-13AFB2B13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39147" b="51919" l="10000" r="90000">
                          <a14:foregroundMark x1="23403" y1="41172" x2="23403" y2="41172"/>
                          <a14:foregroundMark x1="24049" y1="41818" x2="24049" y2="41818"/>
                          <a14:foregroundMark x1="20962" y1="45455" x2="20962" y2="45455"/>
                          <a14:foregroundMark x1="20962" y1="45455" x2="20962" y2="45455"/>
                          <a14:foregroundMark x1="25628" y1="46343" x2="25628" y2="46343"/>
                          <a14:foregroundMark x1="25844" y1="46424" x2="25844" y2="46424"/>
                          <a14:foregroundMark x1="38263" y1="44727" x2="38263" y2="44970"/>
                          <a14:foregroundMark x1="36971" y1="43636" x2="36971" y2="43636"/>
                          <a14:foregroundMark x1="36971" y1="43636" x2="36971" y2="43636"/>
                          <a14:foregroundMark x1="43862" y1="44525" x2="43862" y2="44525"/>
                          <a14:foregroundMark x1="43862" y1="44525" x2="43862" y2="44525"/>
                          <a14:foregroundMark x1="47452" y1="46990" x2="47452" y2="46990"/>
                          <a14:foregroundMark x1="47452" y1="46990" x2="47452" y2="46990"/>
                          <a14:foregroundMark x1="51902" y1="47798" x2="51902" y2="47798"/>
                          <a14:foregroundMark x1="51902" y1="47798" x2="51902" y2="47798"/>
                          <a14:foregroundMark x1="51759" y1="44606" x2="51759" y2="44606"/>
                          <a14:foregroundMark x1="51759" y1="44606" x2="51759" y2="44606"/>
                          <a14:foregroundMark x1="54056" y1="41899" x2="54056" y2="41899"/>
                          <a14:foregroundMark x1="54056" y1="41899" x2="54056" y2="41899"/>
                          <a14:foregroundMark x1="57430" y1="43717" x2="57430" y2="43717"/>
                          <a14:foregroundMark x1="57430" y1="43717" x2="57430" y2="43717"/>
                          <a14:foregroundMark x1="58076" y1="42263" x2="58076" y2="42263"/>
                          <a14:foregroundMark x1="58076" y1="42263" x2="58076" y2="42263"/>
                          <a14:foregroundMark x1="26633" y1="43434" x2="26633" y2="43434"/>
                          <a14:foregroundMark x1="26633" y1="43434" x2="26633" y2="43434"/>
                          <a14:foregroundMark x1="25628" y1="41535" x2="25628" y2="41535"/>
                          <a14:foregroundMark x1="25628" y1="41535" x2="25628" y2="41535"/>
                          <a14:foregroundMark x1="21464" y1="44444" x2="21464" y2="44444"/>
                          <a14:foregroundMark x1="21464" y1="44444" x2="21464" y2="44444"/>
                          <a14:foregroundMark x1="19885" y1="43798" x2="19885" y2="43798"/>
                          <a14:foregroundMark x1="19885" y1="43798" x2="19885" y2="43798"/>
                          <a14:foregroundMark x1="81479" y1="41576" x2="81479" y2="41576"/>
                          <a14:foregroundMark x1="81479" y1="41576" x2="81479" y2="41576"/>
                          <a14:foregroundMark x1="81479" y1="41576" x2="81479" y2="41576"/>
                          <a14:backgroundMark x1="37401" y1="45535" x2="37401" y2="4553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23" t="37551" r="50000" b="46485"/>
            <a:stretch>
              <a:fillRect/>
            </a:stretch>
          </p:blipFill>
          <p:spPr>
            <a:xfrm>
              <a:off x="4541317" y="4757492"/>
              <a:ext cx="891540" cy="1347214"/>
            </a:xfrm>
            <a:prstGeom prst="rect">
              <a:avLst/>
            </a:prstGeom>
          </p:spPr>
        </p:pic>
        <p:pic>
          <p:nvPicPr>
            <p:cNvPr id="23" name="图片 22" descr="在沙滩上&#10;&#10;AI 生成的内容可能不正确。">
              <a:extLst>
                <a:ext uri="{FF2B5EF4-FFF2-40B4-BE49-F238E27FC236}">
                  <a16:creationId xmlns:a16="http://schemas.microsoft.com/office/drawing/2014/main" id="{FE6E02EA-453B-52C4-9A88-875890F2A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9147" b="51919" l="10000" r="90000">
                          <a14:foregroundMark x1="23403" y1="41172" x2="23403" y2="41172"/>
                          <a14:foregroundMark x1="24049" y1="41818" x2="24049" y2="41818"/>
                          <a14:foregroundMark x1="20962" y1="45455" x2="20962" y2="45455"/>
                          <a14:foregroundMark x1="20962" y1="45455" x2="20962" y2="45455"/>
                          <a14:foregroundMark x1="25628" y1="46343" x2="25628" y2="46343"/>
                          <a14:foregroundMark x1="25844" y1="46424" x2="25844" y2="46424"/>
                          <a14:foregroundMark x1="38263" y1="44727" x2="38263" y2="44970"/>
                          <a14:foregroundMark x1="36971" y1="43636" x2="36971" y2="43636"/>
                          <a14:foregroundMark x1="36971" y1="43636" x2="36971" y2="43636"/>
                          <a14:foregroundMark x1="43862" y1="44525" x2="43862" y2="44525"/>
                          <a14:foregroundMark x1="43862" y1="44525" x2="43862" y2="44525"/>
                          <a14:foregroundMark x1="47452" y1="46990" x2="47452" y2="46990"/>
                          <a14:foregroundMark x1="47452" y1="46990" x2="47452" y2="46990"/>
                          <a14:foregroundMark x1="51902" y1="47798" x2="51902" y2="47798"/>
                          <a14:foregroundMark x1="51902" y1="47798" x2="51902" y2="47798"/>
                          <a14:foregroundMark x1="51759" y1="44606" x2="51759" y2="44606"/>
                          <a14:foregroundMark x1="51759" y1="44606" x2="51759" y2="44606"/>
                          <a14:foregroundMark x1="54056" y1="41899" x2="54056" y2="41899"/>
                          <a14:foregroundMark x1="54056" y1="41899" x2="54056" y2="41899"/>
                          <a14:foregroundMark x1="57430" y1="43717" x2="57430" y2="43717"/>
                          <a14:foregroundMark x1="57430" y1="43717" x2="57430" y2="43717"/>
                          <a14:foregroundMark x1="58076" y1="42263" x2="58076" y2="42263"/>
                          <a14:foregroundMark x1="58076" y1="42263" x2="58076" y2="42263"/>
                          <a14:foregroundMark x1="26633" y1="43434" x2="26633" y2="43434"/>
                          <a14:foregroundMark x1="26633" y1="43434" x2="26633" y2="43434"/>
                          <a14:foregroundMark x1="25628" y1="41535" x2="25628" y2="41535"/>
                          <a14:foregroundMark x1="25628" y1="41535" x2="25628" y2="41535"/>
                          <a14:foregroundMark x1="21464" y1="44444" x2="21464" y2="44444"/>
                          <a14:foregroundMark x1="21464" y1="44444" x2="21464" y2="44444"/>
                          <a14:foregroundMark x1="19885" y1="43798" x2="19885" y2="43798"/>
                          <a14:foregroundMark x1="19885" y1="43798" x2="19885" y2="43798"/>
                          <a14:foregroundMark x1="81479" y1="41576" x2="81479" y2="41576"/>
                          <a14:foregroundMark x1="81479" y1="41576" x2="81479" y2="41576"/>
                          <a14:foregroundMark x1="81479" y1="41576" x2="81479" y2="41576"/>
                          <a14:backgroundMark x1="37401" y1="45535" x2="37401" y2="4553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7551" r="31510" b="46485"/>
            <a:stretch>
              <a:fillRect/>
            </a:stretch>
          </p:blipFill>
          <p:spPr>
            <a:xfrm>
              <a:off x="6682945" y="4763933"/>
              <a:ext cx="877942" cy="1347214"/>
            </a:xfrm>
            <a:prstGeom prst="rect">
              <a:avLst/>
            </a:prstGeom>
          </p:spPr>
        </p:pic>
        <p:pic>
          <p:nvPicPr>
            <p:cNvPr id="24" name="图片 23" descr="在沙滩上&#10;&#10;AI 生成的内容可能不正确。">
              <a:extLst>
                <a:ext uri="{FF2B5EF4-FFF2-40B4-BE49-F238E27FC236}">
                  <a16:creationId xmlns:a16="http://schemas.microsoft.com/office/drawing/2014/main" id="{8597B9A1-6B2C-0EEC-D080-F7F93EFA4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9147" b="51919" l="10000" r="90000">
                          <a14:foregroundMark x1="23403" y1="41172" x2="23403" y2="41172"/>
                          <a14:foregroundMark x1="24049" y1="41818" x2="24049" y2="41818"/>
                          <a14:foregroundMark x1="20962" y1="45455" x2="20962" y2="45455"/>
                          <a14:foregroundMark x1="20962" y1="45455" x2="20962" y2="45455"/>
                          <a14:foregroundMark x1="25628" y1="46343" x2="25628" y2="46343"/>
                          <a14:foregroundMark x1="25844" y1="46424" x2="25844" y2="46424"/>
                          <a14:foregroundMark x1="38263" y1="44727" x2="38263" y2="44970"/>
                          <a14:foregroundMark x1="36971" y1="43636" x2="36971" y2="43636"/>
                          <a14:foregroundMark x1="36971" y1="43636" x2="36971" y2="43636"/>
                          <a14:foregroundMark x1="43862" y1="44525" x2="43862" y2="44525"/>
                          <a14:foregroundMark x1="43862" y1="44525" x2="43862" y2="44525"/>
                          <a14:foregroundMark x1="47452" y1="46990" x2="47452" y2="46990"/>
                          <a14:foregroundMark x1="47452" y1="46990" x2="47452" y2="46990"/>
                          <a14:foregroundMark x1="51902" y1="47798" x2="51902" y2="47798"/>
                          <a14:foregroundMark x1="51902" y1="47798" x2="51902" y2="47798"/>
                          <a14:foregroundMark x1="51759" y1="44606" x2="51759" y2="44606"/>
                          <a14:foregroundMark x1="51759" y1="44606" x2="51759" y2="44606"/>
                          <a14:foregroundMark x1="54056" y1="41899" x2="54056" y2="41899"/>
                          <a14:foregroundMark x1="54056" y1="41899" x2="54056" y2="41899"/>
                          <a14:foregroundMark x1="57430" y1="43717" x2="57430" y2="43717"/>
                          <a14:foregroundMark x1="57430" y1="43717" x2="57430" y2="43717"/>
                          <a14:foregroundMark x1="58076" y1="42263" x2="58076" y2="42263"/>
                          <a14:foregroundMark x1="58076" y1="42263" x2="58076" y2="42263"/>
                          <a14:foregroundMark x1="26633" y1="43434" x2="26633" y2="43434"/>
                          <a14:foregroundMark x1="26633" y1="43434" x2="26633" y2="43434"/>
                          <a14:foregroundMark x1="25628" y1="41535" x2="25628" y2="41535"/>
                          <a14:foregroundMark x1="25628" y1="41535" x2="25628" y2="41535"/>
                          <a14:foregroundMark x1="21464" y1="44444" x2="21464" y2="44444"/>
                          <a14:foregroundMark x1="21464" y1="44444" x2="21464" y2="44444"/>
                          <a14:foregroundMark x1="19885" y1="43798" x2="19885" y2="43798"/>
                          <a14:foregroundMark x1="19885" y1="43798" x2="19885" y2="43798"/>
                          <a14:foregroundMark x1="81479" y1="41576" x2="81479" y2="41576"/>
                          <a14:foregroundMark x1="81479" y1="41576" x2="81479" y2="41576"/>
                          <a14:foregroundMark x1="81479" y1="41576" x2="81479" y2="41576"/>
                          <a14:backgroundMark x1="37401" y1="45535" x2="37401" y2="4553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044" t="37551" r="13340" b="46485"/>
            <a:stretch>
              <a:fillRect/>
            </a:stretch>
          </p:blipFill>
          <p:spPr>
            <a:xfrm>
              <a:off x="8727155" y="4763933"/>
              <a:ext cx="883920" cy="13472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880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文本, 白板&#10;&#10;AI 生成的内容可能不正确。">
            <a:extLst>
              <a:ext uri="{FF2B5EF4-FFF2-40B4-BE49-F238E27FC236}">
                <a16:creationId xmlns:a16="http://schemas.microsoft.com/office/drawing/2014/main" id="{01BEAD32-FBCE-14F6-8559-836DD4B4C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1250" y1="22917" x2="71250" y2="22917"/>
                        <a14:foregroundMark x1="85469" y1="77222" x2="85469" y2="77222"/>
                        <a14:foregroundMark x1="83828" y1="77222" x2="83828" y2="77222"/>
                        <a14:foregroundMark x1="84453" y1="77083" x2="84453" y2="77083"/>
                        <a14:foregroundMark x1="86719" y1="77083" x2="86719" y2="77083"/>
                        <a14:foregroundMark x1="82813" y1="76250" x2="82813" y2="76250"/>
                        <a14:foregroundMark x1="81172" y1="79583" x2="81172" y2="79583"/>
                        <a14:foregroundMark x1="77891" y1="80694" x2="77891" y2="80694"/>
                        <a14:foregroundMark x1="80234" y1="80694" x2="80234" y2="80694"/>
                        <a14:foregroundMark x1="78906" y1="80694" x2="78906" y2="80694"/>
                        <a14:foregroundMark x1="76406" y1="80694" x2="76406" y2="80694"/>
                        <a14:foregroundMark x1="74609" y1="80694" x2="74609" y2="80694"/>
                        <a14:foregroundMark x1="72813" y1="79583" x2="72813" y2="79583"/>
                        <a14:foregroundMark x1="72813" y1="79583" x2="72813" y2="79583"/>
                        <a14:foregroundMark x1="73438" y1="80833" x2="73438" y2="80833"/>
                        <a14:foregroundMark x1="72734" y1="77778" x2="72734" y2="77778"/>
                        <a14:foregroundMark x1="72891" y1="76528" x2="72891" y2="76528"/>
                        <a14:foregroundMark x1="28906" y1="75694" x2="28906" y2="75694"/>
                        <a14:foregroundMark x1="37813" y1="75694" x2="37813" y2="75694"/>
                        <a14:foregroundMark x1="38438" y1="75694" x2="38438" y2="75694"/>
                        <a14:foregroundMark x1="42734" y1="75972" x2="42734" y2="75972"/>
                        <a14:foregroundMark x1="45781" y1="75833" x2="45781" y2="75833"/>
                        <a14:foregroundMark x1="62813" y1="76111" x2="62813" y2="76111"/>
                        <a14:foregroundMark x1="66250" y1="75694" x2="66250" y2="75694"/>
                        <a14:foregroundMark x1="68359" y1="75694" x2="68359" y2="75694"/>
                        <a14:foregroundMark x1="70391" y1="75833" x2="70391" y2="75833"/>
                        <a14:foregroundMark x1="64375" y1="75417" x2="64375" y2="75417"/>
                        <a14:foregroundMark x1="60547" y1="75833" x2="60547" y2="75833"/>
                        <a14:foregroundMark x1="57734" y1="75833" x2="57734" y2="75833"/>
                        <a14:foregroundMark x1="55156" y1="75417" x2="55156" y2="75417"/>
                        <a14:foregroundMark x1="52578" y1="75417" x2="52578" y2="75417"/>
                        <a14:foregroundMark x1="50938" y1="75694" x2="50938" y2="75694"/>
                        <a14:foregroundMark x1="48750" y1="75833" x2="48750" y2="75833"/>
                        <a14:foregroundMark x1="40703" y1="75833" x2="40703" y2="75833"/>
                        <a14:foregroundMark x1="35625" y1="75417" x2="35625" y2="75417"/>
                        <a14:foregroundMark x1="32969" y1="75417" x2="32969" y2="75417"/>
                        <a14:foregroundMark x1="69844" y1="23333" x2="69844" y2="23333"/>
                        <a14:foregroundMark x1="27109" y1="80972" x2="27109" y2="80972"/>
                        <a14:foregroundMark x1="25625" y1="80972" x2="25625" y2="80972"/>
                        <a14:foregroundMark x1="23594" y1="80833" x2="23594" y2="80833"/>
                        <a14:foregroundMark x1="21563" y1="80556" x2="21563" y2="80556"/>
                        <a14:foregroundMark x1="22578" y1="80833" x2="22578" y2="80833"/>
                        <a14:foregroundMark x1="20938" y1="80694" x2="20938" y2="80694"/>
                        <a14:foregroundMark x1="19766" y1="79722" x2="19766" y2="79722"/>
                        <a14:foregroundMark x1="19063" y1="77361" x2="19063" y2="77361"/>
                        <a14:foregroundMark x1="17109" y1="76944" x2="17109" y2="76944"/>
                        <a14:foregroundMark x1="15234" y1="77500" x2="15234" y2="77500"/>
                        <a14:foregroundMark x1="12422" y1="67917" x2="12422" y2="67917"/>
                        <a14:foregroundMark x1="12266" y1="70139" x2="12266" y2="70139"/>
                        <a14:foregroundMark x1="12188" y1="58889" x2="12188" y2="58889"/>
                        <a14:foregroundMark x1="12266" y1="61250" x2="12266" y2="61250"/>
                        <a14:foregroundMark x1="12500" y1="44306" x2="12500" y2="44306"/>
                        <a14:foregroundMark x1="12656" y1="36667" x2="12656" y2="36667"/>
                        <a14:foregroundMark x1="12422" y1="28750" x2="12422" y2="28750"/>
                        <a14:foregroundMark x1="13203" y1="22361" x2="13203" y2="22361"/>
                        <a14:foregroundMark x1="13438" y1="73611" x2="13438" y2="73611"/>
                        <a14:foregroundMark x1="88125" y1="72778" x2="88125" y2="72778"/>
                        <a14:foregroundMark x1="88125" y1="72083" x2="88125" y2="72083"/>
                        <a14:foregroundMark x1="88047" y1="73056" x2="88047" y2="73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815" t="18054" r="11312" b="18730"/>
          <a:stretch>
            <a:fillRect/>
          </a:stretch>
        </p:blipFill>
        <p:spPr>
          <a:xfrm>
            <a:off x="434543" y="651340"/>
            <a:ext cx="10800000" cy="499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15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 Dong</dc:creator>
  <cp:lastModifiedBy>Xinyu Dong</cp:lastModifiedBy>
  <cp:revision>1</cp:revision>
  <dcterms:created xsi:type="dcterms:W3CDTF">2025-11-10T07:14:42Z</dcterms:created>
  <dcterms:modified xsi:type="dcterms:W3CDTF">2025-11-10T07:15:04Z</dcterms:modified>
</cp:coreProperties>
</file>