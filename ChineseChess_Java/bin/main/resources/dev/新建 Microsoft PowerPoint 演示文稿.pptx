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1115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80EAB-C098-85AA-92F5-FFDFC95CA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6DB545-5278-000B-D545-31DB0E2A4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7FA14-CEE7-E03D-1659-F543E9E4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38300-C88A-FF71-0272-E366BC55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F9516-DA98-C06B-6126-C0B590E0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25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A0E6F-D8AB-71D3-0476-66845AB6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CB553-2431-C417-E262-F6654F58B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9BE712-80B2-B947-6932-155F80AE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4C9FF9-944C-4A73-DBAA-4F39F7D8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FCD18-68E9-2AD6-DB34-C0ACF2B9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6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3C076-3AE5-0C17-4D87-BFE463D05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BF6658-64BA-1FFB-5B7A-529805C30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B1CEAA-267B-F774-198F-E86A6373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B1BF2-9F8F-0D9A-5D75-E5CC67B8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FAC31-5BAD-C418-738E-513DD56F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59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74097-BC2E-A4E8-644A-969DC4E7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34B33D-7F60-DBC5-0E46-E0FB5B493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53C9D4-B080-ABF7-2F9C-A15015899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B66705-DF66-0820-3A6D-554703D7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71F43B-DAED-7C14-9994-D76F053FF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218869-2F7A-228F-E4E8-E0F07593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31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5D9DD-24D7-203D-411E-74789E1B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50356C-48B9-1E65-A568-80FCB90C6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7AB7ED-26D9-5E74-04FE-FC63DBFB4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14239-0C2C-81BE-99E6-C5A57E4BB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C3D355-412D-0798-CDA3-FDEE6191D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63BD3A-3F9E-A7ED-67A7-04C76CEF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E726F4-672A-5415-25EA-D1EFC9E4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93787F-1180-5A80-D880-724A7FC3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13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E3746-2089-026D-572D-1726650B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81F109-77AF-2DCC-6DD2-3BF4D78E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EC7520-D051-711C-21B8-5598D35A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3242BF-4BC8-9761-591A-24650851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328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C7529-43AF-7A3D-3F14-38787832A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2E65DD-2F3B-619A-A833-70853E5B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6B5A2B-8A07-98AD-707A-CEF0A5F6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58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E7BF0-C7D3-87C2-61AB-4A0C44506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2B3784-FE4D-23A5-053D-754C3FBC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1F0342-405F-5A77-FC6F-194FD56CD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2363ED-9207-A0EA-D95F-2841FF5B8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182115-4389-DD30-A6C4-29665395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779F45-C2E1-46AD-B634-B4DF7466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763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A0A6A-EA0D-F017-76E2-6F6B304C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E27279-5857-F2FB-D438-64DCB47E7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D4EBE9-A58C-6DF8-1A9A-771F90013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C57D42-D87B-D1CD-91C5-B7D36F85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F62DE6-B6D1-F6E7-AD8F-35F91626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1087-E764-1BD1-7544-A67994B2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98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B7C80-D60C-BC92-448A-D527E0AC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0BBB77-F71D-7273-EE98-D8467C427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D7A972-F038-C479-AB91-C26EF679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CF3C83-DC4E-9A2B-21B6-9DF8C0A5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13AFE-7BA6-318C-DAEC-805188E1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72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992321-EFC0-8A11-64E4-D4CAB8859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3EB1C5-C87B-56F2-14CE-236947048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6127C-7911-7A59-9829-2CA0504E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F7EB78-A062-E3D1-E4E8-6C8F1A04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D4E08-F1D6-E1C2-CCB4-AE209900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09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5F5E06-C9B9-4956-1CAA-6DDBF174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E5E499-7F6B-C51D-501C-D7F6B5E10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F099EA-1A10-BE80-1AE3-57C9DEAD8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3055D-5556-4372-A5CA-A66BCCE97AE2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468994-407F-2A7E-1D98-C82E9E9FC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89E54C-FCFE-4C41-BAC7-5ECC4B288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A3D1A-DC62-40A9-9860-8C735E26C5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43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6170ED36-CF84-9DC5-9C48-F66270B18CC6}"/>
              </a:ext>
            </a:extLst>
          </p:cNvPr>
          <p:cNvSpPr/>
          <p:nvPr/>
        </p:nvSpPr>
        <p:spPr>
          <a:xfrm>
            <a:off x="796211" y="576780"/>
            <a:ext cx="1791478" cy="1544378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788E7AEB-117A-3ECC-2460-27FBF422B6E7}"/>
              </a:ext>
            </a:extLst>
          </p:cNvPr>
          <p:cNvSpPr/>
          <p:nvPr/>
        </p:nvSpPr>
        <p:spPr>
          <a:xfrm rot="10800000">
            <a:off x="4089917" y="576780"/>
            <a:ext cx="1791478" cy="1544378"/>
          </a:xfrm>
          <a:prstGeom prst="triangle">
            <a:avLst/>
          </a:prstGeom>
          <a:solidFill>
            <a:srgbClr val="AC1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65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Dong</dc:creator>
  <cp:lastModifiedBy>Xinyu Dong</cp:lastModifiedBy>
  <cp:revision>1</cp:revision>
  <dcterms:created xsi:type="dcterms:W3CDTF">2025-11-12T06:32:37Z</dcterms:created>
  <dcterms:modified xsi:type="dcterms:W3CDTF">2025-11-12T06:37:47Z</dcterms:modified>
</cp:coreProperties>
</file>